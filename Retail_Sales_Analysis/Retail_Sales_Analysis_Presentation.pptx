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FEBA8-672E-42F7-B913-F1330EC79874}" v="2" dt="2025-12-20T09:44:3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za Ali" userId="5e67a7e5bc87a74e" providerId="LiveId" clId="{4982DE76-B299-4CA6-95AD-094EBBAC7AFC}"/>
    <pc:docChg chg="modSld">
      <pc:chgData name="Muneeza Ali" userId="5e67a7e5bc87a74e" providerId="LiveId" clId="{4982DE76-B299-4CA6-95AD-094EBBAC7AFC}" dt="2025-12-20T09:44:11.715" v="11" actId="20577"/>
      <pc:docMkLst>
        <pc:docMk/>
      </pc:docMkLst>
      <pc:sldChg chg="modSp mod">
        <pc:chgData name="Muneeza Ali" userId="5e67a7e5bc87a74e" providerId="LiveId" clId="{4982DE76-B299-4CA6-95AD-094EBBAC7AFC}" dt="2025-12-20T09:44:11.715" v="11" actId="20577"/>
        <pc:sldMkLst>
          <pc:docMk/>
          <pc:sldMk cId="0" sldId="266"/>
        </pc:sldMkLst>
        <pc:spChg chg="mod">
          <ac:chgData name="Muneeza Ali" userId="5e67a7e5bc87a74e" providerId="LiveId" clId="{4982DE76-B299-4CA6-95AD-094EBBAC7AFC}" dt="2025-12-20T09:44:11.715" v="11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98ACD1-6F12-4CB8-9234-24108B77430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B2DDD48-7B6D-4471-B6EE-C66F6D69FB54}">
      <dgm:prSet/>
      <dgm:spPr/>
      <dgm:t>
        <a:bodyPr/>
        <a:lstStyle/>
        <a:p>
          <a:r>
            <a:rPr lang="en-US"/>
            <a:t>Analyzed key sales patterns across products, customers, pricing levels, and regions.</a:t>
          </a:r>
        </a:p>
      </dgm:t>
    </dgm:pt>
    <dgm:pt modelId="{327CD7BE-5315-40C1-A2FD-ED8E03857503}" type="parTrans" cxnId="{C5C3D206-0DD0-4E4A-BED5-484823C842FC}">
      <dgm:prSet/>
      <dgm:spPr/>
      <dgm:t>
        <a:bodyPr/>
        <a:lstStyle/>
        <a:p>
          <a:endParaRPr lang="en-US"/>
        </a:p>
      </dgm:t>
    </dgm:pt>
    <dgm:pt modelId="{0BFFE1DD-D258-4CD2-8EDB-0161185A7063}" type="sibTrans" cxnId="{C5C3D206-0DD0-4E4A-BED5-484823C842FC}">
      <dgm:prSet/>
      <dgm:spPr/>
      <dgm:t>
        <a:bodyPr/>
        <a:lstStyle/>
        <a:p>
          <a:endParaRPr lang="en-US"/>
        </a:p>
      </dgm:t>
    </dgm:pt>
    <dgm:pt modelId="{D369BB88-F5D8-43C9-8D1C-CC6970E4F8E3}">
      <dgm:prSet/>
      <dgm:spPr/>
      <dgm:t>
        <a:bodyPr/>
        <a:lstStyle/>
        <a:p>
          <a:r>
            <a:rPr lang="en-US"/>
            <a:t>Identified top-performing items and customer groups driving major revenue.</a:t>
          </a:r>
        </a:p>
      </dgm:t>
    </dgm:pt>
    <dgm:pt modelId="{22272F68-9B8C-4D67-9860-6D25166D51B9}" type="parTrans" cxnId="{719BD584-9F47-4E7E-8600-8060CA0AA441}">
      <dgm:prSet/>
      <dgm:spPr/>
      <dgm:t>
        <a:bodyPr/>
        <a:lstStyle/>
        <a:p>
          <a:endParaRPr lang="en-US"/>
        </a:p>
      </dgm:t>
    </dgm:pt>
    <dgm:pt modelId="{2C7E8BA1-86DA-4983-B702-B8E88986C207}" type="sibTrans" cxnId="{719BD584-9F47-4E7E-8600-8060CA0AA441}">
      <dgm:prSet/>
      <dgm:spPr/>
      <dgm:t>
        <a:bodyPr/>
        <a:lstStyle/>
        <a:p>
          <a:endParaRPr lang="en-US"/>
        </a:p>
      </dgm:t>
    </dgm:pt>
    <dgm:pt modelId="{BB5B7647-4000-4149-99F1-50BF0EE315AB}">
      <dgm:prSet/>
      <dgm:spPr/>
      <dgm:t>
        <a:bodyPr/>
        <a:lstStyle/>
        <a:p>
          <a:r>
            <a:rPr lang="en-US"/>
            <a:t>Studied monthly and seasonal trends to understand demand fluctuations.</a:t>
          </a:r>
        </a:p>
      </dgm:t>
    </dgm:pt>
    <dgm:pt modelId="{EEEC5A3B-143A-442F-A158-58BFC3E36B10}" type="parTrans" cxnId="{11155C45-9FEB-4445-A9A2-FCB4C82EB96D}">
      <dgm:prSet/>
      <dgm:spPr/>
      <dgm:t>
        <a:bodyPr/>
        <a:lstStyle/>
        <a:p>
          <a:endParaRPr lang="en-US"/>
        </a:p>
      </dgm:t>
    </dgm:pt>
    <dgm:pt modelId="{91A54842-A29C-45F1-9743-B5735D2B191C}" type="sibTrans" cxnId="{11155C45-9FEB-4445-A9A2-FCB4C82EB96D}">
      <dgm:prSet/>
      <dgm:spPr/>
      <dgm:t>
        <a:bodyPr/>
        <a:lstStyle/>
        <a:p>
          <a:endParaRPr lang="en-US"/>
        </a:p>
      </dgm:t>
    </dgm:pt>
    <dgm:pt modelId="{F7432DDB-F90D-4E48-B717-B0EE7C73DAAC}">
      <dgm:prSet/>
      <dgm:spPr/>
      <dgm:t>
        <a:bodyPr/>
        <a:lstStyle/>
        <a:p>
          <a:r>
            <a:rPr lang="en-US"/>
            <a:t>Evaluated issues related to product returns and inconsistencies in pricing.</a:t>
          </a:r>
        </a:p>
      </dgm:t>
    </dgm:pt>
    <dgm:pt modelId="{8C978A60-5798-45F3-A44B-F83972B75D10}" type="parTrans" cxnId="{EB515558-CA8E-42D5-9B8E-0580F2EDB1D6}">
      <dgm:prSet/>
      <dgm:spPr/>
      <dgm:t>
        <a:bodyPr/>
        <a:lstStyle/>
        <a:p>
          <a:endParaRPr lang="en-US"/>
        </a:p>
      </dgm:t>
    </dgm:pt>
    <dgm:pt modelId="{1A283AF1-C0EE-462E-BB87-7D4E5954F893}" type="sibTrans" cxnId="{EB515558-CA8E-42D5-9B8E-0580F2EDB1D6}">
      <dgm:prSet/>
      <dgm:spPr/>
      <dgm:t>
        <a:bodyPr/>
        <a:lstStyle/>
        <a:p>
          <a:endParaRPr lang="en-US"/>
        </a:p>
      </dgm:t>
    </dgm:pt>
    <dgm:pt modelId="{95275C18-F338-46DB-95E0-2B05401FA83B}">
      <dgm:prSet/>
      <dgm:spPr/>
      <dgm:t>
        <a:bodyPr/>
        <a:lstStyle/>
        <a:p>
          <a:r>
            <a:rPr lang="en-US"/>
            <a:t>Built a unified dashboard to help decision-makers quickly interpret sales performance.</a:t>
          </a:r>
        </a:p>
      </dgm:t>
    </dgm:pt>
    <dgm:pt modelId="{A0D6ECF5-948B-4931-8E70-3C3F20333D48}" type="parTrans" cxnId="{B5EED82A-40EF-4201-B8E2-C62CA4403801}">
      <dgm:prSet/>
      <dgm:spPr/>
      <dgm:t>
        <a:bodyPr/>
        <a:lstStyle/>
        <a:p>
          <a:endParaRPr lang="en-US"/>
        </a:p>
      </dgm:t>
    </dgm:pt>
    <dgm:pt modelId="{8397E6FC-C094-4612-9736-22E1A8BC2C5E}" type="sibTrans" cxnId="{B5EED82A-40EF-4201-B8E2-C62CA4403801}">
      <dgm:prSet/>
      <dgm:spPr/>
      <dgm:t>
        <a:bodyPr/>
        <a:lstStyle/>
        <a:p>
          <a:endParaRPr lang="en-US"/>
        </a:p>
      </dgm:t>
    </dgm:pt>
    <dgm:pt modelId="{7022BCFF-B404-4A90-9E56-78897A5AEC8D}" type="pres">
      <dgm:prSet presAssocID="{8498ACD1-6F12-4CB8-9234-24108B77430D}" presName="vert0" presStyleCnt="0">
        <dgm:presLayoutVars>
          <dgm:dir/>
          <dgm:animOne val="branch"/>
          <dgm:animLvl val="lvl"/>
        </dgm:presLayoutVars>
      </dgm:prSet>
      <dgm:spPr/>
    </dgm:pt>
    <dgm:pt modelId="{AD2F08E8-CA63-40A8-BDA5-A5A0D5C53DC9}" type="pres">
      <dgm:prSet presAssocID="{8B2DDD48-7B6D-4471-B6EE-C66F6D69FB54}" presName="thickLine" presStyleLbl="alignNode1" presStyleIdx="0" presStyleCnt="5"/>
      <dgm:spPr/>
    </dgm:pt>
    <dgm:pt modelId="{DB5E35AE-A45F-4C95-8562-949256B8EA62}" type="pres">
      <dgm:prSet presAssocID="{8B2DDD48-7B6D-4471-B6EE-C66F6D69FB54}" presName="horz1" presStyleCnt="0"/>
      <dgm:spPr/>
    </dgm:pt>
    <dgm:pt modelId="{EF72D4E5-5225-427C-A78B-833BE4632589}" type="pres">
      <dgm:prSet presAssocID="{8B2DDD48-7B6D-4471-B6EE-C66F6D69FB54}" presName="tx1" presStyleLbl="revTx" presStyleIdx="0" presStyleCnt="5"/>
      <dgm:spPr/>
    </dgm:pt>
    <dgm:pt modelId="{B6027A39-F624-4E1F-80B2-C129786BAC51}" type="pres">
      <dgm:prSet presAssocID="{8B2DDD48-7B6D-4471-B6EE-C66F6D69FB54}" presName="vert1" presStyleCnt="0"/>
      <dgm:spPr/>
    </dgm:pt>
    <dgm:pt modelId="{FCA093AE-EED6-4BEA-A639-DFAF55EDEC5F}" type="pres">
      <dgm:prSet presAssocID="{D369BB88-F5D8-43C9-8D1C-CC6970E4F8E3}" presName="thickLine" presStyleLbl="alignNode1" presStyleIdx="1" presStyleCnt="5"/>
      <dgm:spPr/>
    </dgm:pt>
    <dgm:pt modelId="{21047603-2E9C-4BBA-908E-3151E64C3A5F}" type="pres">
      <dgm:prSet presAssocID="{D369BB88-F5D8-43C9-8D1C-CC6970E4F8E3}" presName="horz1" presStyleCnt="0"/>
      <dgm:spPr/>
    </dgm:pt>
    <dgm:pt modelId="{A138E6B6-AAAF-42D9-898F-EFB69DE5DE6D}" type="pres">
      <dgm:prSet presAssocID="{D369BB88-F5D8-43C9-8D1C-CC6970E4F8E3}" presName="tx1" presStyleLbl="revTx" presStyleIdx="1" presStyleCnt="5"/>
      <dgm:spPr/>
    </dgm:pt>
    <dgm:pt modelId="{EBAD8273-60E1-4198-91C0-EBEB18FC6B96}" type="pres">
      <dgm:prSet presAssocID="{D369BB88-F5D8-43C9-8D1C-CC6970E4F8E3}" presName="vert1" presStyleCnt="0"/>
      <dgm:spPr/>
    </dgm:pt>
    <dgm:pt modelId="{4F6C70F8-90B6-4A06-B349-B674BEFFB5AE}" type="pres">
      <dgm:prSet presAssocID="{BB5B7647-4000-4149-99F1-50BF0EE315AB}" presName="thickLine" presStyleLbl="alignNode1" presStyleIdx="2" presStyleCnt="5"/>
      <dgm:spPr/>
    </dgm:pt>
    <dgm:pt modelId="{CA2D46CA-FCC4-438D-B68A-7071FA0B1215}" type="pres">
      <dgm:prSet presAssocID="{BB5B7647-4000-4149-99F1-50BF0EE315AB}" presName="horz1" presStyleCnt="0"/>
      <dgm:spPr/>
    </dgm:pt>
    <dgm:pt modelId="{54EE81F5-281B-4AA0-B407-AD3A46106EB9}" type="pres">
      <dgm:prSet presAssocID="{BB5B7647-4000-4149-99F1-50BF0EE315AB}" presName="tx1" presStyleLbl="revTx" presStyleIdx="2" presStyleCnt="5"/>
      <dgm:spPr/>
    </dgm:pt>
    <dgm:pt modelId="{5A3F8429-4BEB-4A33-B4C3-4FB3691F38F2}" type="pres">
      <dgm:prSet presAssocID="{BB5B7647-4000-4149-99F1-50BF0EE315AB}" presName="vert1" presStyleCnt="0"/>
      <dgm:spPr/>
    </dgm:pt>
    <dgm:pt modelId="{70547211-9DCE-4AAB-AE18-9375FF9FBE6F}" type="pres">
      <dgm:prSet presAssocID="{F7432DDB-F90D-4E48-B717-B0EE7C73DAAC}" presName="thickLine" presStyleLbl="alignNode1" presStyleIdx="3" presStyleCnt="5"/>
      <dgm:spPr/>
    </dgm:pt>
    <dgm:pt modelId="{3FDD826F-8216-4760-A40E-AF94FCAF2B95}" type="pres">
      <dgm:prSet presAssocID="{F7432DDB-F90D-4E48-B717-B0EE7C73DAAC}" presName="horz1" presStyleCnt="0"/>
      <dgm:spPr/>
    </dgm:pt>
    <dgm:pt modelId="{D760B1E0-359D-4C8B-B45B-C6B38C740D86}" type="pres">
      <dgm:prSet presAssocID="{F7432DDB-F90D-4E48-B717-B0EE7C73DAAC}" presName="tx1" presStyleLbl="revTx" presStyleIdx="3" presStyleCnt="5"/>
      <dgm:spPr/>
    </dgm:pt>
    <dgm:pt modelId="{AF35220C-B9F7-4442-B6B6-61C6A3057DC7}" type="pres">
      <dgm:prSet presAssocID="{F7432DDB-F90D-4E48-B717-B0EE7C73DAAC}" presName="vert1" presStyleCnt="0"/>
      <dgm:spPr/>
    </dgm:pt>
    <dgm:pt modelId="{34286369-3E50-465C-B3F3-DE559DABB60E}" type="pres">
      <dgm:prSet presAssocID="{95275C18-F338-46DB-95E0-2B05401FA83B}" presName="thickLine" presStyleLbl="alignNode1" presStyleIdx="4" presStyleCnt="5"/>
      <dgm:spPr/>
    </dgm:pt>
    <dgm:pt modelId="{7D7915D2-B16B-4C2D-AA20-28D7B5E351DF}" type="pres">
      <dgm:prSet presAssocID="{95275C18-F338-46DB-95E0-2B05401FA83B}" presName="horz1" presStyleCnt="0"/>
      <dgm:spPr/>
    </dgm:pt>
    <dgm:pt modelId="{59569057-EB48-43E8-A53A-AC308A56A331}" type="pres">
      <dgm:prSet presAssocID="{95275C18-F338-46DB-95E0-2B05401FA83B}" presName="tx1" presStyleLbl="revTx" presStyleIdx="4" presStyleCnt="5"/>
      <dgm:spPr/>
    </dgm:pt>
    <dgm:pt modelId="{6E0DDAFF-86A7-4F63-B077-0FC14F9413E2}" type="pres">
      <dgm:prSet presAssocID="{95275C18-F338-46DB-95E0-2B05401FA83B}" presName="vert1" presStyleCnt="0"/>
      <dgm:spPr/>
    </dgm:pt>
  </dgm:ptLst>
  <dgm:cxnLst>
    <dgm:cxn modelId="{E2A20406-93DE-4376-8721-7C4CABFEF133}" type="presOf" srcId="{95275C18-F338-46DB-95E0-2B05401FA83B}" destId="{59569057-EB48-43E8-A53A-AC308A56A331}" srcOrd="0" destOrd="0" presId="urn:microsoft.com/office/officeart/2008/layout/LinedList"/>
    <dgm:cxn modelId="{C5C3D206-0DD0-4E4A-BED5-484823C842FC}" srcId="{8498ACD1-6F12-4CB8-9234-24108B77430D}" destId="{8B2DDD48-7B6D-4471-B6EE-C66F6D69FB54}" srcOrd="0" destOrd="0" parTransId="{327CD7BE-5315-40C1-A2FD-ED8E03857503}" sibTransId="{0BFFE1DD-D258-4CD2-8EDB-0161185A7063}"/>
    <dgm:cxn modelId="{19B8EE0F-8C77-40A8-90A0-8700D2E97AB7}" type="presOf" srcId="{D369BB88-F5D8-43C9-8D1C-CC6970E4F8E3}" destId="{A138E6B6-AAAF-42D9-898F-EFB69DE5DE6D}" srcOrd="0" destOrd="0" presId="urn:microsoft.com/office/officeart/2008/layout/LinedList"/>
    <dgm:cxn modelId="{B5EED82A-40EF-4201-B8E2-C62CA4403801}" srcId="{8498ACD1-6F12-4CB8-9234-24108B77430D}" destId="{95275C18-F338-46DB-95E0-2B05401FA83B}" srcOrd="4" destOrd="0" parTransId="{A0D6ECF5-948B-4931-8E70-3C3F20333D48}" sibTransId="{8397E6FC-C094-4612-9736-22E1A8BC2C5E}"/>
    <dgm:cxn modelId="{CA3D4960-D877-45C6-A5A3-06E70B140ECB}" type="presOf" srcId="{BB5B7647-4000-4149-99F1-50BF0EE315AB}" destId="{54EE81F5-281B-4AA0-B407-AD3A46106EB9}" srcOrd="0" destOrd="0" presId="urn:microsoft.com/office/officeart/2008/layout/LinedList"/>
    <dgm:cxn modelId="{E20A7760-490A-4D50-9841-2D95C1EFEB9E}" type="presOf" srcId="{F7432DDB-F90D-4E48-B717-B0EE7C73DAAC}" destId="{D760B1E0-359D-4C8B-B45B-C6B38C740D86}" srcOrd="0" destOrd="0" presId="urn:microsoft.com/office/officeart/2008/layout/LinedList"/>
    <dgm:cxn modelId="{11155C45-9FEB-4445-A9A2-FCB4C82EB96D}" srcId="{8498ACD1-6F12-4CB8-9234-24108B77430D}" destId="{BB5B7647-4000-4149-99F1-50BF0EE315AB}" srcOrd="2" destOrd="0" parTransId="{EEEC5A3B-143A-442F-A158-58BFC3E36B10}" sibTransId="{91A54842-A29C-45F1-9743-B5735D2B191C}"/>
    <dgm:cxn modelId="{3D2C3D66-FE31-467E-8354-0E4DCBD80D33}" type="presOf" srcId="{8B2DDD48-7B6D-4471-B6EE-C66F6D69FB54}" destId="{EF72D4E5-5225-427C-A78B-833BE4632589}" srcOrd="0" destOrd="0" presId="urn:microsoft.com/office/officeart/2008/layout/LinedList"/>
    <dgm:cxn modelId="{EB515558-CA8E-42D5-9B8E-0580F2EDB1D6}" srcId="{8498ACD1-6F12-4CB8-9234-24108B77430D}" destId="{F7432DDB-F90D-4E48-B717-B0EE7C73DAAC}" srcOrd="3" destOrd="0" parTransId="{8C978A60-5798-45F3-A44B-F83972B75D10}" sibTransId="{1A283AF1-C0EE-462E-BB87-7D4E5954F893}"/>
    <dgm:cxn modelId="{719BD584-9F47-4E7E-8600-8060CA0AA441}" srcId="{8498ACD1-6F12-4CB8-9234-24108B77430D}" destId="{D369BB88-F5D8-43C9-8D1C-CC6970E4F8E3}" srcOrd="1" destOrd="0" parTransId="{22272F68-9B8C-4D67-9860-6D25166D51B9}" sibTransId="{2C7E8BA1-86DA-4983-B702-B8E88986C207}"/>
    <dgm:cxn modelId="{5ADD348A-3651-4C98-ADEC-882C699D53FD}" type="presOf" srcId="{8498ACD1-6F12-4CB8-9234-24108B77430D}" destId="{7022BCFF-B404-4A90-9E56-78897A5AEC8D}" srcOrd="0" destOrd="0" presId="urn:microsoft.com/office/officeart/2008/layout/LinedList"/>
    <dgm:cxn modelId="{5D7C6A07-BC9B-49CA-BCFE-9E6D5B2D4A1A}" type="presParOf" srcId="{7022BCFF-B404-4A90-9E56-78897A5AEC8D}" destId="{AD2F08E8-CA63-40A8-BDA5-A5A0D5C53DC9}" srcOrd="0" destOrd="0" presId="urn:microsoft.com/office/officeart/2008/layout/LinedList"/>
    <dgm:cxn modelId="{208B2544-AC92-4643-A10B-FD1B52C6AA75}" type="presParOf" srcId="{7022BCFF-B404-4A90-9E56-78897A5AEC8D}" destId="{DB5E35AE-A45F-4C95-8562-949256B8EA62}" srcOrd="1" destOrd="0" presId="urn:microsoft.com/office/officeart/2008/layout/LinedList"/>
    <dgm:cxn modelId="{175960F8-2B16-4A1B-811C-31352621283D}" type="presParOf" srcId="{DB5E35AE-A45F-4C95-8562-949256B8EA62}" destId="{EF72D4E5-5225-427C-A78B-833BE4632589}" srcOrd="0" destOrd="0" presId="urn:microsoft.com/office/officeart/2008/layout/LinedList"/>
    <dgm:cxn modelId="{5BB7EA43-3936-4B5E-BCA1-4C0148247D57}" type="presParOf" srcId="{DB5E35AE-A45F-4C95-8562-949256B8EA62}" destId="{B6027A39-F624-4E1F-80B2-C129786BAC51}" srcOrd="1" destOrd="0" presId="urn:microsoft.com/office/officeart/2008/layout/LinedList"/>
    <dgm:cxn modelId="{FFB93D43-6B22-4116-B290-3B436E76B4F9}" type="presParOf" srcId="{7022BCFF-B404-4A90-9E56-78897A5AEC8D}" destId="{FCA093AE-EED6-4BEA-A639-DFAF55EDEC5F}" srcOrd="2" destOrd="0" presId="urn:microsoft.com/office/officeart/2008/layout/LinedList"/>
    <dgm:cxn modelId="{9DCA239D-FE9F-4D39-A826-DDC02D5F8C4E}" type="presParOf" srcId="{7022BCFF-B404-4A90-9E56-78897A5AEC8D}" destId="{21047603-2E9C-4BBA-908E-3151E64C3A5F}" srcOrd="3" destOrd="0" presId="urn:microsoft.com/office/officeart/2008/layout/LinedList"/>
    <dgm:cxn modelId="{1C8DAC87-0491-4C6A-96F0-8A8FBB7A1287}" type="presParOf" srcId="{21047603-2E9C-4BBA-908E-3151E64C3A5F}" destId="{A138E6B6-AAAF-42D9-898F-EFB69DE5DE6D}" srcOrd="0" destOrd="0" presId="urn:microsoft.com/office/officeart/2008/layout/LinedList"/>
    <dgm:cxn modelId="{C1FDFB98-257E-499F-804C-6D2B851F336C}" type="presParOf" srcId="{21047603-2E9C-4BBA-908E-3151E64C3A5F}" destId="{EBAD8273-60E1-4198-91C0-EBEB18FC6B96}" srcOrd="1" destOrd="0" presId="urn:microsoft.com/office/officeart/2008/layout/LinedList"/>
    <dgm:cxn modelId="{4B9DAD99-56B9-4B9E-97F8-8E2395E8C5CB}" type="presParOf" srcId="{7022BCFF-B404-4A90-9E56-78897A5AEC8D}" destId="{4F6C70F8-90B6-4A06-B349-B674BEFFB5AE}" srcOrd="4" destOrd="0" presId="urn:microsoft.com/office/officeart/2008/layout/LinedList"/>
    <dgm:cxn modelId="{6213A27F-788B-48F9-8C85-9CCF52435694}" type="presParOf" srcId="{7022BCFF-B404-4A90-9E56-78897A5AEC8D}" destId="{CA2D46CA-FCC4-438D-B68A-7071FA0B1215}" srcOrd="5" destOrd="0" presId="urn:microsoft.com/office/officeart/2008/layout/LinedList"/>
    <dgm:cxn modelId="{66CE655B-4425-4692-943C-89ADC5813CCD}" type="presParOf" srcId="{CA2D46CA-FCC4-438D-B68A-7071FA0B1215}" destId="{54EE81F5-281B-4AA0-B407-AD3A46106EB9}" srcOrd="0" destOrd="0" presId="urn:microsoft.com/office/officeart/2008/layout/LinedList"/>
    <dgm:cxn modelId="{FB4E0D8D-C111-4301-AB4A-93B4CC565119}" type="presParOf" srcId="{CA2D46CA-FCC4-438D-B68A-7071FA0B1215}" destId="{5A3F8429-4BEB-4A33-B4C3-4FB3691F38F2}" srcOrd="1" destOrd="0" presId="urn:microsoft.com/office/officeart/2008/layout/LinedList"/>
    <dgm:cxn modelId="{BF0E60A9-5843-474C-B90F-238A5F2BEAC7}" type="presParOf" srcId="{7022BCFF-B404-4A90-9E56-78897A5AEC8D}" destId="{70547211-9DCE-4AAB-AE18-9375FF9FBE6F}" srcOrd="6" destOrd="0" presId="urn:microsoft.com/office/officeart/2008/layout/LinedList"/>
    <dgm:cxn modelId="{95F4DA85-C91B-4786-9EFD-54E7221A7AAB}" type="presParOf" srcId="{7022BCFF-B404-4A90-9E56-78897A5AEC8D}" destId="{3FDD826F-8216-4760-A40E-AF94FCAF2B95}" srcOrd="7" destOrd="0" presId="urn:microsoft.com/office/officeart/2008/layout/LinedList"/>
    <dgm:cxn modelId="{624F26D9-FB16-41A2-9A0F-282F89A6F681}" type="presParOf" srcId="{3FDD826F-8216-4760-A40E-AF94FCAF2B95}" destId="{D760B1E0-359D-4C8B-B45B-C6B38C740D86}" srcOrd="0" destOrd="0" presId="urn:microsoft.com/office/officeart/2008/layout/LinedList"/>
    <dgm:cxn modelId="{BB46D04B-FFB0-4978-9E24-AC02C82A09AD}" type="presParOf" srcId="{3FDD826F-8216-4760-A40E-AF94FCAF2B95}" destId="{AF35220C-B9F7-4442-B6B6-61C6A3057DC7}" srcOrd="1" destOrd="0" presId="urn:microsoft.com/office/officeart/2008/layout/LinedList"/>
    <dgm:cxn modelId="{1CB9C91B-2B89-433B-A71A-5CE2619A1C71}" type="presParOf" srcId="{7022BCFF-B404-4A90-9E56-78897A5AEC8D}" destId="{34286369-3E50-465C-B3F3-DE559DABB60E}" srcOrd="8" destOrd="0" presId="urn:microsoft.com/office/officeart/2008/layout/LinedList"/>
    <dgm:cxn modelId="{8C0E2990-EB75-4693-9E39-D43E89A80EBD}" type="presParOf" srcId="{7022BCFF-B404-4A90-9E56-78897A5AEC8D}" destId="{7D7915D2-B16B-4C2D-AA20-28D7B5E351DF}" srcOrd="9" destOrd="0" presId="urn:microsoft.com/office/officeart/2008/layout/LinedList"/>
    <dgm:cxn modelId="{ACF1B64B-6230-40CF-A6F8-A095934342C4}" type="presParOf" srcId="{7D7915D2-B16B-4C2D-AA20-28D7B5E351DF}" destId="{59569057-EB48-43E8-A53A-AC308A56A331}" srcOrd="0" destOrd="0" presId="urn:microsoft.com/office/officeart/2008/layout/LinedList"/>
    <dgm:cxn modelId="{FDA9188C-17BA-4B3F-8B6D-11F0B87A6851}" type="presParOf" srcId="{7D7915D2-B16B-4C2D-AA20-28D7B5E351DF}" destId="{6E0DDAFF-86A7-4F63-B077-0FC14F9413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DA64CC-3270-4F4A-9788-93EEB46E364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33E8DF-0E4A-4FF6-BE59-2D4B20AB72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top-selling products show consistently strong demand from customers.</a:t>
          </a:r>
          <a:endParaRPr lang="en-US"/>
        </a:p>
      </dgm:t>
    </dgm:pt>
    <dgm:pt modelId="{31F0BC9E-3F8F-4DE0-B4CD-0B2519DACDC1}" type="parTrans" cxnId="{A86B972B-7440-4BD4-8AA9-833943385835}">
      <dgm:prSet/>
      <dgm:spPr/>
      <dgm:t>
        <a:bodyPr/>
        <a:lstStyle/>
        <a:p>
          <a:endParaRPr lang="en-US"/>
        </a:p>
      </dgm:t>
    </dgm:pt>
    <dgm:pt modelId="{8E10C21F-8653-4DA6-97E5-859E43FD557D}" type="sibTrans" cxnId="{A86B972B-7440-4BD4-8AA9-8339433858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FBE711-8C44-4673-A98C-165B7DF086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High order volumes suggest frequent repeat purchases for these items.</a:t>
          </a:r>
          <a:endParaRPr lang="en-US"/>
        </a:p>
      </dgm:t>
    </dgm:pt>
    <dgm:pt modelId="{05DE0FB0-5B8E-4DFC-825B-560FD1DA14C7}" type="parTrans" cxnId="{6D89332C-C342-4449-A3AC-92D5F222511E}">
      <dgm:prSet/>
      <dgm:spPr/>
      <dgm:t>
        <a:bodyPr/>
        <a:lstStyle/>
        <a:p>
          <a:endParaRPr lang="en-US"/>
        </a:p>
      </dgm:t>
    </dgm:pt>
    <dgm:pt modelId="{C7EF3298-63B4-428B-BDDC-5C17FA4D3A2D}" type="sibTrans" cxnId="{6D89332C-C342-4449-A3AC-92D5F22251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64C4D7-4663-4B56-8DD8-201AA17902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Revenue contribution from these products highlights their importance in the catalog.</a:t>
          </a:r>
          <a:endParaRPr lang="en-US"/>
        </a:p>
      </dgm:t>
    </dgm:pt>
    <dgm:pt modelId="{5C110E45-061E-4B33-9433-C45F31776E30}" type="parTrans" cxnId="{48A9D5A3-2853-4968-AE73-C1704110E237}">
      <dgm:prSet/>
      <dgm:spPr/>
      <dgm:t>
        <a:bodyPr/>
        <a:lstStyle/>
        <a:p>
          <a:endParaRPr lang="en-US"/>
        </a:p>
      </dgm:t>
    </dgm:pt>
    <dgm:pt modelId="{1655BE68-957A-4B0D-9B6E-5C82DE94A7BE}" type="sibTrans" cxnId="{48A9D5A3-2853-4968-AE73-C1704110E2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D017DE-E75F-47CE-8BE9-E16DA59FD5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distribution clearly shows a few bestsellers dominating overall sales performance.</a:t>
          </a:r>
          <a:endParaRPr lang="en-US"/>
        </a:p>
      </dgm:t>
    </dgm:pt>
    <dgm:pt modelId="{6F997E5B-895D-45D2-8B0F-0C62CE08BFD4}" type="parTrans" cxnId="{A16B8FDE-7DFC-4D17-B49A-A6BF6BC9CCC8}">
      <dgm:prSet/>
      <dgm:spPr/>
      <dgm:t>
        <a:bodyPr/>
        <a:lstStyle/>
        <a:p>
          <a:endParaRPr lang="en-US"/>
        </a:p>
      </dgm:t>
    </dgm:pt>
    <dgm:pt modelId="{9EA99D7D-2AFE-42D5-A45C-F525BCDD1DA8}" type="sibTrans" cxnId="{A16B8FDE-7DFC-4D17-B49A-A6BF6BC9CCC8}">
      <dgm:prSet/>
      <dgm:spPr/>
      <dgm:t>
        <a:bodyPr/>
        <a:lstStyle/>
        <a:p>
          <a:endParaRPr lang="en-US"/>
        </a:p>
      </dgm:t>
    </dgm:pt>
    <dgm:pt modelId="{87161243-DCDD-4DB8-9958-921C18877434}" type="pres">
      <dgm:prSet presAssocID="{88DA64CC-3270-4F4A-9788-93EEB46E3640}" presName="root" presStyleCnt="0">
        <dgm:presLayoutVars>
          <dgm:dir/>
          <dgm:resizeHandles val="exact"/>
        </dgm:presLayoutVars>
      </dgm:prSet>
      <dgm:spPr/>
    </dgm:pt>
    <dgm:pt modelId="{E33B9378-4C9A-4E68-93A3-4DF15F203781}" type="pres">
      <dgm:prSet presAssocID="{88DA64CC-3270-4F4A-9788-93EEB46E3640}" presName="container" presStyleCnt="0">
        <dgm:presLayoutVars>
          <dgm:dir/>
          <dgm:resizeHandles val="exact"/>
        </dgm:presLayoutVars>
      </dgm:prSet>
      <dgm:spPr/>
    </dgm:pt>
    <dgm:pt modelId="{ACA98845-964B-46E5-BD18-E374D209A1AE}" type="pres">
      <dgm:prSet presAssocID="{4E33E8DF-0E4A-4FF6-BE59-2D4B20AB7204}" presName="compNode" presStyleCnt="0"/>
      <dgm:spPr/>
    </dgm:pt>
    <dgm:pt modelId="{6B42BDF1-2F8E-460C-AF74-3574F810862C}" type="pres">
      <dgm:prSet presAssocID="{4E33E8DF-0E4A-4FF6-BE59-2D4B20AB7204}" presName="iconBgRect" presStyleLbl="bgShp" presStyleIdx="0" presStyleCnt="4"/>
      <dgm:spPr/>
    </dgm:pt>
    <dgm:pt modelId="{2A79CCD6-9D1D-4911-B5B4-CE84159407BF}" type="pres">
      <dgm:prSet presAssocID="{4E33E8DF-0E4A-4FF6-BE59-2D4B20AB72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0A4E531-4711-4994-8573-B3C5D815C3D9}" type="pres">
      <dgm:prSet presAssocID="{4E33E8DF-0E4A-4FF6-BE59-2D4B20AB7204}" presName="spaceRect" presStyleCnt="0"/>
      <dgm:spPr/>
    </dgm:pt>
    <dgm:pt modelId="{EA6DF4D6-1A1E-4AF0-A1EF-06E2952E1B3E}" type="pres">
      <dgm:prSet presAssocID="{4E33E8DF-0E4A-4FF6-BE59-2D4B20AB7204}" presName="textRect" presStyleLbl="revTx" presStyleIdx="0" presStyleCnt="4">
        <dgm:presLayoutVars>
          <dgm:chMax val="1"/>
          <dgm:chPref val="1"/>
        </dgm:presLayoutVars>
      </dgm:prSet>
      <dgm:spPr/>
    </dgm:pt>
    <dgm:pt modelId="{3301C469-81F1-450F-BEAD-1575A87E66B3}" type="pres">
      <dgm:prSet presAssocID="{8E10C21F-8653-4DA6-97E5-859E43FD557D}" presName="sibTrans" presStyleLbl="sibTrans2D1" presStyleIdx="0" presStyleCnt="0"/>
      <dgm:spPr/>
    </dgm:pt>
    <dgm:pt modelId="{D86B1E63-6861-4E56-B0EA-68A936532DBC}" type="pres">
      <dgm:prSet presAssocID="{62FBE711-8C44-4673-A98C-165B7DF0867C}" presName="compNode" presStyleCnt="0"/>
      <dgm:spPr/>
    </dgm:pt>
    <dgm:pt modelId="{F389FC3D-11EC-4A7E-ABF6-3709DEF2C2B7}" type="pres">
      <dgm:prSet presAssocID="{62FBE711-8C44-4673-A98C-165B7DF0867C}" presName="iconBgRect" presStyleLbl="bgShp" presStyleIdx="1" presStyleCnt="4"/>
      <dgm:spPr/>
    </dgm:pt>
    <dgm:pt modelId="{D9B51B6F-4168-4350-B777-E5072866A644}" type="pres">
      <dgm:prSet presAssocID="{62FBE711-8C44-4673-A98C-165B7DF086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A95DC1B8-D8B1-4CF5-BE55-E0D3138722B6}" type="pres">
      <dgm:prSet presAssocID="{62FBE711-8C44-4673-A98C-165B7DF0867C}" presName="spaceRect" presStyleCnt="0"/>
      <dgm:spPr/>
    </dgm:pt>
    <dgm:pt modelId="{55188770-2C46-4F89-9E15-786962C75DD0}" type="pres">
      <dgm:prSet presAssocID="{62FBE711-8C44-4673-A98C-165B7DF0867C}" presName="textRect" presStyleLbl="revTx" presStyleIdx="1" presStyleCnt="4">
        <dgm:presLayoutVars>
          <dgm:chMax val="1"/>
          <dgm:chPref val="1"/>
        </dgm:presLayoutVars>
      </dgm:prSet>
      <dgm:spPr/>
    </dgm:pt>
    <dgm:pt modelId="{6479460C-9D88-444B-B5FF-7D50E5D05BCC}" type="pres">
      <dgm:prSet presAssocID="{C7EF3298-63B4-428B-BDDC-5C17FA4D3A2D}" presName="sibTrans" presStyleLbl="sibTrans2D1" presStyleIdx="0" presStyleCnt="0"/>
      <dgm:spPr/>
    </dgm:pt>
    <dgm:pt modelId="{5D45967C-AF5A-4C61-918F-46EF147B8338}" type="pres">
      <dgm:prSet presAssocID="{CB64C4D7-4663-4B56-8DD8-201AA1790290}" presName="compNode" presStyleCnt="0"/>
      <dgm:spPr/>
    </dgm:pt>
    <dgm:pt modelId="{316ACCA5-D4A4-40B8-BF62-8EB3A3E1D616}" type="pres">
      <dgm:prSet presAssocID="{CB64C4D7-4663-4B56-8DD8-201AA1790290}" presName="iconBgRect" presStyleLbl="bgShp" presStyleIdx="2" presStyleCnt="4"/>
      <dgm:spPr/>
    </dgm:pt>
    <dgm:pt modelId="{16BC76BA-F4CB-4420-93F5-3158FEA90FF4}" type="pres">
      <dgm:prSet presAssocID="{CB64C4D7-4663-4B56-8DD8-201AA17902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31D9066-F504-492A-8579-D7758A8F2980}" type="pres">
      <dgm:prSet presAssocID="{CB64C4D7-4663-4B56-8DD8-201AA1790290}" presName="spaceRect" presStyleCnt="0"/>
      <dgm:spPr/>
    </dgm:pt>
    <dgm:pt modelId="{502056E4-B17E-407F-8A2E-0D95666A7855}" type="pres">
      <dgm:prSet presAssocID="{CB64C4D7-4663-4B56-8DD8-201AA1790290}" presName="textRect" presStyleLbl="revTx" presStyleIdx="2" presStyleCnt="4">
        <dgm:presLayoutVars>
          <dgm:chMax val="1"/>
          <dgm:chPref val="1"/>
        </dgm:presLayoutVars>
      </dgm:prSet>
      <dgm:spPr/>
    </dgm:pt>
    <dgm:pt modelId="{7EF25C3F-1528-4C5A-BA1B-BB67D0508F97}" type="pres">
      <dgm:prSet presAssocID="{1655BE68-957A-4B0D-9B6E-5C82DE94A7BE}" presName="sibTrans" presStyleLbl="sibTrans2D1" presStyleIdx="0" presStyleCnt="0"/>
      <dgm:spPr/>
    </dgm:pt>
    <dgm:pt modelId="{BFBA66C9-2AAB-472C-8FBB-AEB3925600DD}" type="pres">
      <dgm:prSet presAssocID="{C7D017DE-E75F-47CE-8BE9-E16DA59FD5FD}" presName="compNode" presStyleCnt="0"/>
      <dgm:spPr/>
    </dgm:pt>
    <dgm:pt modelId="{431CE28F-2946-4BDB-A813-067CC1FAED19}" type="pres">
      <dgm:prSet presAssocID="{C7D017DE-E75F-47CE-8BE9-E16DA59FD5FD}" presName="iconBgRect" presStyleLbl="bgShp" presStyleIdx="3" presStyleCnt="4"/>
      <dgm:spPr/>
    </dgm:pt>
    <dgm:pt modelId="{E32C1984-D252-4A42-BDA0-AA39C9986E6F}" type="pres">
      <dgm:prSet presAssocID="{C7D017DE-E75F-47CE-8BE9-E16DA59FD5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E582BC4-E6E0-420F-967B-5BEDE5C4BC31}" type="pres">
      <dgm:prSet presAssocID="{C7D017DE-E75F-47CE-8BE9-E16DA59FD5FD}" presName="spaceRect" presStyleCnt="0"/>
      <dgm:spPr/>
    </dgm:pt>
    <dgm:pt modelId="{504D6D63-70A4-472B-962D-11DE4F71946A}" type="pres">
      <dgm:prSet presAssocID="{C7D017DE-E75F-47CE-8BE9-E16DA59FD5F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C87104-7931-4025-8A71-EDBAEB21D58B}" type="presOf" srcId="{C7EF3298-63B4-428B-BDDC-5C17FA4D3A2D}" destId="{6479460C-9D88-444B-B5FF-7D50E5D05BCC}" srcOrd="0" destOrd="0" presId="urn:microsoft.com/office/officeart/2018/2/layout/IconCircleList"/>
    <dgm:cxn modelId="{A86B972B-7440-4BD4-8AA9-833943385835}" srcId="{88DA64CC-3270-4F4A-9788-93EEB46E3640}" destId="{4E33E8DF-0E4A-4FF6-BE59-2D4B20AB7204}" srcOrd="0" destOrd="0" parTransId="{31F0BC9E-3F8F-4DE0-B4CD-0B2519DACDC1}" sibTransId="{8E10C21F-8653-4DA6-97E5-859E43FD557D}"/>
    <dgm:cxn modelId="{6D89332C-C342-4449-A3AC-92D5F222511E}" srcId="{88DA64CC-3270-4F4A-9788-93EEB46E3640}" destId="{62FBE711-8C44-4673-A98C-165B7DF0867C}" srcOrd="1" destOrd="0" parTransId="{05DE0FB0-5B8E-4DFC-825B-560FD1DA14C7}" sibTransId="{C7EF3298-63B4-428B-BDDC-5C17FA4D3A2D}"/>
    <dgm:cxn modelId="{F220E554-7859-45C2-9CAB-37AF0EC00C4A}" type="presOf" srcId="{8E10C21F-8653-4DA6-97E5-859E43FD557D}" destId="{3301C469-81F1-450F-BEAD-1575A87E66B3}" srcOrd="0" destOrd="0" presId="urn:microsoft.com/office/officeart/2018/2/layout/IconCircleList"/>
    <dgm:cxn modelId="{E0EF1180-5469-434F-BC70-C6F1AB992407}" type="presOf" srcId="{C7D017DE-E75F-47CE-8BE9-E16DA59FD5FD}" destId="{504D6D63-70A4-472B-962D-11DE4F71946A}" srcOrd="0" destOrd="0" presId="urn:microsoft.com/office/officeart/2018/2/layout/IconCircleList"/>
    <dgm:cxn modelId="{CBFA7983-0E46-49DE-96E9-6372B679A31B}" type="presOf" srcId="{88DA64CC-3270-4F4A-9788-93EEB46E3640}" destId="{87161243-DCDD-4DB8-9958-921C18877434}" srcOrd="0" destOrd="0" presId="urn:microsoft.com/office/officeart/2018/2/layout/IconCircleList"/>
    <dgm:cxn modelId="{48A9D5A3-2853-4968-AE73-C1704110E237}" srcId="{88DA64CC-3270-4F4A-9788-93EEB46E3640}" destId="{CB64C4D7-4663-4B56-8DD8-201AA1790290}" srcOrd="2" destOrd="0" parTransId="{5C110E45-061E-4B33-9433-C45F31776E30}" sibTransId="{1655BE68-957A-4B0D-9B6E-5C82DE94A7BE}"/>
    <dgm:cxn modelId="{2A7D99D6-8F7B-4D64-A71F-EF70CB42CF55}" type="presOf" srcId="{1655BE68-957A-4B0D-9B6E-5C82DE94A7BE}" destId="{7EF25C3F-1528-4C5A-BA1B-BB67D0508F97}" srcOrd="0" destOrd="0" presId="urn:microsoft.com/office/officeart/2018/2/layout/IconCircleList"/>
    <dgm:cxn modelId="{985157DC-928D-48C0-A518-43B7BB7EF838}" type="presOf" srcId="{CB64C4D7-4663-4B56-8DD8-201AA1790290}" destId="{502056E4-B17E-407F-8A2E-0D95666A7855}" srcOrd="0" destOrd="0" presId="urn:microsoft.com/office/officeart/2018/2/layout/IconCircleList"/>
    <dgm:cxn modelId="{A16B8FDE-7DFC-4D17-B49A-A6BF6BC9CCC8}" srcId="{88DA64CC-3270-4F4A-9788-93EEB46E3640}" destId="{C7D017DE-E75F-47CE-8BE9-E16DA59FD5FD}" srcOrd="3" destOrd="0" parTransId="{6F997E5B-895D-45D2-8B0F-0C62CE08BFD4}" sibTransId="{9EA99D7D-2AFE-42D5-A45C-F525BCDD1DA8}"/>
    <dgm:cxn modelId="{E0B58FED-A852-4807-B910-B44DB662800F}" type="presOf" srcId="{62FBE711-8C44-4673-A98C-165B7DF0867C}" destId="{55188770-2C46-4F89-9E15-786962C75DD0}" srcOrd="0" destOrd="0" presId="urn:microsoft.com/office/officeart/2018/2/layout/IconCircleList"/>
    <dgm:cxn modelId="{728A93F9-6EAB-4ACD-98B2-01185B483B5C}" type="presOf" srcId="{4E33E8DF-0E4A-4FF6-BE59-2D4B20AB7204}" destId="{EA6DF4D6-1A1E-4AF0-A1EF-06E2952E1B3E}" srcOrd="0" destOrd="0" presId="urn:microsoft.com/office/officeart/2018/2/layout/IconCircleList"/>
    <dgm:cxn modelId="{F61817A6-E6F1-48B2-8FE6-DED78DF0C683}" type="presParOf" srcId="{87161243-DCDD-4DB8-9958-921C18877434}" destId="{E33B9378-4C9A-4E68-93A3-4DF15F203781}" srcOrd="0" destOrd="0" presId="urn:microsoft.com/office/officeart/2018/2/layout/IconCircleList"/>
    <dgm:cxn modelId="{F16193DD-E73D-4FAF-A774-11194314E0DD}" type="presParOf" srcId="{E33B9378-4C9A-4E68-93A3-4DF15F203781}" destId="{ACA98845-964B-46E5-BD18-E374D209A1AE}" srcOrd="0" destOrd="0" presId="urn:microsoft.com/office/officeart/2018/2/layout/IconCircleList"/>
    <dgm:cxn modelId="{A3CB7BB1-52DC-4730-B323-5D2CA9C38C18}" type="presParOf" srcId="{ACA98845-964B-46E5-BD18-E374D209A1AE}" destId="{6B42BDF1-2F8E-460C-AF74-3574F810862C}" srcOrd="0" destOrd="0" presId="urn:microsoft.com/office/officeart/2018/2/layout/IconCircleList"/>
    <dgm:cxn modelId="{73265179-AE74-44B6-9767-0A424D6419E8}" type="presParOf" srcId="{ACA98845-964B-46E5-BD18-E374D209A1AE}" destId="{2A79CCD6-9D1D-4911-B5B4-CE84159407BF}" srcOrd="1" destOrd="0" presId="urn:microsoft.com/office/officeart/2018/2/layout/IconCircleList"/>
    <dgm:cxn modelId="{E978755B-5DB6-494E-9F68-997BABF36126}" type="presParOf" srcId="{ACA98845-964B-46E5-BD18-E374D209A1AE}" destId="{E0A4E531-4711-4994-8573-B3C5D815C3D9}" srcOrd="2" destOrd="0" presId="urn:microsoft.com/office/officeart/2018/2/layout/IconCircleList"/>
    <dgm:cxn modelId="{F0E9B884-715E-4DC3-80C9-F7CE86438CDC}" type="presParOf" srcId="{ACA98845-964B-46E5-BD18-E374D209A1AE}" destId="{EA6DF4D6-1A1E-4AF0-A1EF-06E2952E1B3E}" srcOrd="3" destOrd="0" presId="urn:microsoft.com/office/officeart/2018/2/layout/IconCircleList"/>
    <dgm:cxn modelId="{C8783358-F6B4-4162-8B59-C3DC49C08BFD}" type="presParOf" srcId="{E33B9378-4C9A-4E68-93A3-4DF15F203781}" destId="{3301C469-81F1-450F-BEAD-1575A87E66B3}" srcOrd="1" destOrd="0" presId="urn:microsoft.com/office/officeart/2018/2/layout/IconCircleList"/>
    <dgm:cxn modelId="{8D7A1E3E-F647-42A4-A047-5BDF54DE485B}" type="presParOf" srcId="{E33B9378-4C9A-4E68-93A3-4DF15F203781}" destId="{D86B1E63-6861-4E56-B0EA-68A936532DBC}" srcOrd="2" destOrd="0" presId="urn:microsoft.com/office/officeart/2018/2/layout/IconCircleList"/>
    <dgm:cxn modelId="{0B9F01B9-AE2E-4880-8ABE-B8BFDEDF89AC}" type="presParOf" srcId="{D86B1E63-6861-4E56-B0EA-68A936532DBC}" destId="{F389FC3D-11EC-4A7E-ABF6-3709DEF2C2B7}" srcOrd="0" destOrd="0" presId="urn:microsoft.com/office/officeart/2018/2/layout/IconCircleList"/>
    <dgm:cxn modelId="{894E5D2B-72BA-45F7-AC2E-9E654CA7D4D2}" type="presParOf" srcId="{D86B1E63-6861-4E56-B0EA-68A936532DBC}" destId="{D9B51B6F-4168-4350-B777-E5072866A644}" srcOrd="1" destOrd="0" presId="urn:microsoft.com/office/officeart/2018/2/layout/IconCircleList"/>
    <dgm:cxn modelId="{BAFC03F6-25DC-49CC-9647-14FEA1D8E41D}" type="presParOf" srcId="{D86B1E63-6861-4E56-B0EA-68A936532DBC}" destId="{A95DC1B8-D8B1-4CF5-BE55-E0D3138722B6}" srcOrd="2" destOrd="0" presId="urn:microsoft.com/office/officeart/2018/2/layout/IconCircleList"/>
    <dgm:cxn modelId="{CE02D144-B22F-414A-8531-2446DF3321EF}" type="presParOf" srcId="{D86B1E63-6861-4E56-B0EA-68A936532DBC}" destId="{55188770-2C46-4F89-9E15-786962C75DD0}" srcOrd="3" destOrd="0" presId="urn:microsoft.com/office/officeart/2018/2/layout/IconCircleList"/>
    <dgm:cxn modelId="{4868A750-1DDC-490A-B66D-C590D1A4B7A8}" type="presParOf" srcId="{E33B9378-4C9A-4E68-93A3-4DF15F203781}" destId="{6479460C-9D88-444B-B5FF-7D50E5D05BCC}" srcOrd="3" destOrd="0" presId="urn:microsoft.com/office/officeart/2018/2/layout/IconCircleList"/>
    <dgm:cxn modelId="{C2497FDD-38F3-4187-9553-2CE018511123}" type="presParOf" srcId="{E33B9378-4C9A-4E68-93A3-4DF15F203781}" destId="{5D45967C-AF5A-4C61-918F-46EF147B8338}" srcOrd="4" destOrd="0" presId="urn:microsoft.com/office/officeart/2018/2/layout/IconCircleList"/>
    <dgm:cxn modelId="{613FD2FD-454C-468C-A858-0CD12E1FDA7B}" type="presParOf" srcId="{5D45967C-AF5A-4C61-918F-46EF147B8338}" destId="{316ACCA5-D4A4-40B8-BF62-8EB3A3E1D616}" srcOrd="0" destOrd="0" presId="urn:microsoft.com/office/officeart/2018/2/layout/IconCircleList"/>
    <dgm:cxn modelId="{C329DEE8-70F6-4D59-A3F6-8B273CC93184}" type="presParOf" srcId="{5D45967C-AF5A-4C61-918F-46EF147B8338}" destId="{16BC76BA-F4CB-4420-93F5-3158FEA90FF4}" srcOrd="1" destOrd="0" presId="urn:microsoft.com/office/officeart/2018/2/layout/IconCircleList"/>
    <dgm:cxn modelId="{63446375-A9FE-4873-90F3-0A0CFA08AC5F}" type="presParOf" srcId="{5D45967C-AF5A-4C61-918F-46EF147B8338}" destId="{831D9066-F504-492A-8579-D7758A8F2980}" srcOrd="2" destOrd="0" presId="urn:microsoft.com/office/officeart/2018/2/layout/IconCircleList"/>
    <dgm:cxn modelId="{EB1DB1F7-4C79-4199-AEBF-9ED526A1E0F2}" type="presParOf" srcId="{5D45967C-AF5A-4C61-918F-46EF147B8338}" destId="{502056E4-B17E-407F-8A2E-0D95666A7855}" srcOrd="3" destOrd="0" presId="urn:microsoft.com/office/officeart/2018/2/layout/IconCircleList"/>
    <dgm:cxn modelId="{AF5F8C06-DC17-4583-A83E-EADA15CAA4D1}" type="presParOf" srcId="{E33B9378-4C9A-4E68-93A3-4DF15F203781}" destId="{7EF25C3F-1528-4C5A-BA1B-BB67D0508F97}" srcOrd="5" destOrd="0" presId="urn:microsoft.com/office/officeart/2018/2/layout/IconCircleList"/>
    <dgm:cxn modelId="{F83DFE49-3181-4946-953F-B9DFD7E5A8DA}" type="presParOf" srcId="{E33B9378-4C9A-4E68-93A3-4DF15F203781}" destId="{BFBA66C9-2AAB-472C-8FBB-AEB3925600DD}" srcOrd="6" destOrd="0" presId="urn:microsoft.com/office/officeart/2018/2/layout/IconCircleList"/>
    <dgm:cxn modelId="{00F319E7-F48C-4E34-ACC0-D15506B3FB4D}" type="presParOf" srcId="{BFBA66C9-2AAB-472C-8FBB-AEB3925600DD}" destId="{431CE28F-2946-4BDB-A813-067CC1FAED19}" srcOrd="0" destOrd="0" presId="urn:microsoft.com/office/officeart/2018/2/layout/IconCircleList"/>
    <dgm:cxn modelId="{ADFF9567-ED87-42BA-9DDF-16150A662065}" type="presParOf" srcId="{BFBA66C9-2AAB-472C-8FBB-AEB3925600DD}" destId="{E32C1984-D252-4A42-BDA0-AA39C9986E6F}" srcOrd="1" destOrd="0" presId="urn:microsoft.com/office/officeart/2018/2/layout/IconCircleList"/>
    <dgm:cxn modelId="{5970CC47-AB35-44B7-975A-D4F824C957BC}" type="presParOf" srcId="{BFBA66C9-2AAB-472C-8FBB-AEB3925600DD}" destId="{7E582BC4-E6E0-420F-967B-5BEDE5C4BC31}" srcOrd="2" destOrd="0" presId="urn:microsoft.com/office/officeart/2018/2/layout/IconCircleList"/>
    <dgm:cxn modelId="{994B50C0-2D4F-4FE6-AAAD-04FAE931BBF1}" type="presParOf" srcId="{BFBA66C9-2AAB-472C-8FBB-AEB3925600DD}" destId="{504D6D63-70A4-472B-962D-11DE4F7194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3327EE-F643-4144-ADB0-4EE3E02EB7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05D677-3111-47F0-9097-881C803DA9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90th-percentile threshold is used to classify premium-priced products.</a:t>
          </a:r>
          <a:endParaRPr lang="en-US"/>
        </a:p>
      </dgm:t>
    </dgm:pt>
    <dgm:pt modelId="{39E51A95-54E8-4283-B1B8-88B09031DAB6}" type="parTrans" cxnId="{A02DFF09-C9B9-4B89-AAB8-A0A51B1C7B5F}">
      <dgm:prSet/>
      <dgm:spPr/>
      <dgm:t>
        <a:bodyPr/>
        <a:lstStyle/>
        <a:p>
          <a:endParaRPr lang="en-US"/>
        </a:p>
      </dgm:t>
    </dgm:pt>
    <dgm:pt modelId="{B0BAEE41-86EF-4EF4-A69C-524FD3F7B8E2}" type="sibTrans" cxnId="{A02DFF09-C9B9-4B89-AAB8-A0A51B1C7B5F}">
      <dgm:prSet/>
      <dgm:spPr/>
      <dgm:t>
        <a:bodyPr/>
        <a:lstStyle/>
        <a:p>
          <a:endParaRPr lang="en-US"/>
        </a:p>
      </dgm:t>
    </dgm:pt>
    <dgm:pt modelId="{7B9F5211-71EF-4C78-85BF-A6987DE79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Only about </a:t>
          </a:r>
          <a:r>
            <a:rPr lang="en-US" b="1" i="0" baseline="0"/>
            <a:t>10% of items</a:t>
          </a:r>
          <a:r>
            <a:rPr lang="en-US" b="0" i="0" baseline="0"/>
            <a:t> fall under the high-priced segment.</a:t>
          </a:r>
          <a:endParaRPr lang="en-US"/>
        </a:p>
      </dgm:t>
    </dgm:pt>
    <dgm:pt modelId="{0F7ABF8E-70D8-4A70-AD57-27F06BEE63E9}" type="parTrans" cxnId="{FAA77775-75C2-43E5-9E39-52E7412A4176}">
      <dgm:prSet/>
      <dgm:spPr/>
      <dgm:t>
        <a:bodyPr/>
        <a:lstStyle/>
        <a:p>
          <a:endParaRPr lang="en-US"/>
        </a:p>
      </dgm:t>
    </dgm:pt>
    <dgm:pt modelId="{DF270917-BB11-4FD3-BA1C-C0B52E2A5D73}" type="sibTrans" cxnId="{FAA77775-75C2-43E5-9E39-52E7412A4176}">
      <dgm:prSet/>
      <dgm:spPr/>
      <dgm:t>
        <a:bodyPr/>
        <a:lstStyle/>
        <a:p>
          <a:endParaRPr lang="en-US"/>
        </a:p>
      </dgm:t>
    </dgm:pt>
    <dgm:pt modelId="{437730A9-7ED1-47A9-ACA6-2B0F33059C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These premium products contribute significantly to total revenue despite their smaller count.</a:t>
          </a:r>
          <a:endParaRPr lang="en-US"/>
        </a:p>
      </dgm:t>
    </dgm:pt>
    <dgm:pt modelId="{1F24F538-B02C-4B6B-9E30-00F70DD8B49D}" type="parTrans" cxnId="{9FE677CC-0D53-4625-B76F-69D580400C8C}">
      <dgm:prSet/>
      <dgm:spPr/>
      <dgm:t>
        <a:bodyPr/>
        <a:lstStyle/>
        <a:p>
          <a:endParaRPr lang="en-US"/>
        </a:p>
      </dgm:t>
    </dgm:pt>
    <dgm:pt modelId="{F61222A2-E583-4971-916D-DF44492F7E3A}" type="sibTrans" cxnId="{9FE677CC-0D53-4625-B76F-69D580400C8C}">
      <dgm:prSet/>
      <dgm:spPr/>
      <dgm:t>
        <a:bodyPr/>
        <a:lstStyle/>
        <a:p>
          <a:endParaRPr lang="en-US"/>
        </a:p>
      </dgm:t>
    </dgm:pt>
    <dgm:pt modelId="{3DEB80AB-BE23-46EF-A7DD-FB6C680EA2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presence of high-value items indicates potential appeal to a more upscale customer base.</a:t>
          </a:r>
          <a:endParaRPr lang="en-US"/>
        </a:p>
      </dgm:t>
    </dgm:pt>
    <dgm:pt modelId="{A7C4EC9B-ED76-4C13-AF1A-1D2EB58FA8D1}" type="parTrans" cxnId="{776C43AD-0497-415C-9934-B3617092BB31}">
      <dgm:prSet/>
      <dgm:spPr/>
      <dgm:t>
        <a:bodyPr/>
        <a:lstStyle/>
        <a:p>
          <a:endParaRPr lang="en-US"/>
        </a:p>
      </dgm:t>
    </dgm:pt>
    <dgm:pt modelId="{3D502CF6-574D-4B9E-A58A-65E9818A92FD}" type="sibTrans" cxnId="{776C43AD-0497-415C-9934-B3617092BB31}">
      <dgm:prSet/>
      <dgm:spPr/>
      <dgm:t>
        <a:bodyPr/>
        <a:lstStyle/>
        <a:p>
          <a:endParaRPr lang="en-US"/>
        </a:p>
      </dgm:t>
    </dgm:pt>
    <dgm:pt modelId="{B124DEA5-E355-4306-ACD9-C66792688D55}" type="pres">
      <dgm:prSet presAssocID="{633327EE-F643-4144-ADB0-4EE3E02EB737}" presName="root" presStyleCnt="0">
        <dgm:presLayoutVars>
          <dgm:dir/>
          <dgm:resizeHandles val="exact"/>
        </dgm:presLayoutVars>
      </dgm:prSet>
      <dgm:spPr/>
    </dgm:pt>
    <dgm:pt modelId="{A29A4259-CF50-4040-A544-45A46FE57D86}" type="pres">
      <dgm:prSet presAssocID="{0905D677-3111-47F0-9097-881C803DA908}" presName="compNode" presStyleCnt="0"/>
      <dgm:spPr/>
    </dgm:pt>
    <dgm:pt modelId="{EF1F3ED3-A88B-46E7-B0F7-C2D22084E9F9}" type="pres">
      <dgm:prSet presAssocID="{0905D677-3111-47F0-9097-881C803DA908}" presName="bgRect" presStyleLbl="bgShp" presStyleIdx="0" presStyleCnt="4"/>
      <dgm:spPr/>
    </dgm:pt>
    <dgm:pt modelId="{6133E629-1D97-4658-9509-BB15C80C43D7}" type="pres">
      <dgm:prSet presAssocID="{0905D677-3111-47F0-9097-881C803DA90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345CEB96-1419-4EAE-95C2-453D15969A18}" type="pres">
      <dgm:prSet presAssocID="{0905D677-3111-47F0-9097-881C803DA908}" presName="spaceRect" presStyleCnt="0"/>
      <dgm:spPr/>
    </dgm:pt>
    <dgm:pt modelId="{07ABFB0F-ECC3-46F3-862A-2BEFC0E4B2A3}" type="pres">
      <dgm:prSet presAssocID="{0905D677-3111-47F0-9097-881C803DA908}" presName="parTx" presStyleLbl="revTx" presStyleIdx="0" presStyleCnt="4">
        <dgm:presLayoutVars>
          <dgm:chMax val="0"/>
          <dgm:chPref val="0"/>
        </dgm:presLayoutVars>
      </dgm:prSet>
      <dgm:spPr/>
    </dgm:pt>
    <dgm:pt modelId="{A8245472-6A5C-4325-B33C-EEE878C7F2CF}" type="pres">
      <dgm:prSet presAssocID="{B0BAEE41-86EF-4EF4-A69C-524FD3F7B8E2}" presName="sibTrans" presStyleCnt="0"/>
      <dgm:spPr/>
    </dgm:pt>
    <dgm:pt modelId="{F7706A67-023E-4D56-9FBD-8F77058D76FE}" type="pres">
      <dgm:prSet presAssocID="{7B9F5211-71EF-4C78-85BF-A6987DE796CE}" presName="compNode" presStyleCnt="0"/>
      <dgm:spPr/>
    </dgm:pt>
    <dgm:pt modelId="{1DBB5679-3095-4E0E-A8FE-CABB1775DB72}" type="pres">
      <dgm:prSet presAssocID="{7B9F5211-71EF-4C78-85BF-A6987DE796CE}" presName="bgRect" presStyleLbl="bgShp" presStyleIdx="1" presStyleCnt="4"/>
      <dgm:spPr/>
    </dgm:pt>
    <dgm:pt modelId="{B6B0110B-B126-40FF-9DA5-772B5F104713}" type="pres">
      <dgm:prSet presAssocID="{7B9F5211-71EF-4C78-85BF-A6987DE796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C434D24B-F1A1-47D3-9B51-73326020BA28}" type="pres">
      <dgm:prSet presAssocID="{7B9F5211-71EF-4C78-85BF-A6987DE796CE}" presName="spaceRect" presStyleCnt="0"/>
      <dgm:spPr/>
    </dgm:pt>
    <dgm:pt modelId="{2F37AD92-5C79-453D-B29F-5CDF97C3950E}" type="pres">
      <dgm:prSet presAssocID="{7B9F5211-71EF-4C78-85BF-A6987DE796CE}" presName="parTx" presStyleLbl="revTx" presStyleIdx="1" presStyleCnt="4">
        <dgm:presLayoutVars>
          <dgm:chMax val="0"/>
          <dgm:chPref val="0"/>
        </dgm:presLayoutVars>
      </dgm:prSet>
      <dgm:spPr/>
    </dgm:pt>
    <dgm:pt modelId="{664B0517-B024-40BB-B8EF-269475461973}" type="pres">
      <dgm:prSet presAssocID="{DF270917-BB11-4FD3-BA1C-C0B52E2A5D73}" presName="sibTrans" presStyleCnt="0"/>
      <dgm:spPr/>
    </dgm:pt>
    <dgm:pt modelId="{6A6CD9D3-8B77-4886-9B89-96AEBC65FB99}" type="pres">
      <dgm:prSet presAssocID="{437730A9-7ED1-47A9-ACA6-2B0F33059C84}" presName="compNode" presStyleCnt="0"/>
      <dgm:spPr/>
    </dgm:pt>
    <dgm:pt modelId="{449876EC-8F2D-456E-90E2-64E3B117513E}" type="pres">
      <dgm:prSet presAssocID="{437730A9-7ED1-47A9-ACA6-2B0F33059C84}" presName="bgRect" presStyleLbl="bgShp" presStyleIdx="2" presStyleCnt="4"/>
      <dgm:spPr/>
    </dgm:pt>
    <dgm:pt modelId="{4AC35F52-4D26-4AE5-AF1D-7F02185A0C4E}" type="pres">
      <dgm:prSet presAssocID="{437730A9-7ED1-47A9-ACA6-2B0F33059C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5BBBE679-DCF6-4F7D-86CD-BDDE3370D2EA}" type="pres">
      <dgm:prSet presAssocID="{437730A9-7ED1-47A9-ACA6-2B0F33059C84}" presName="spaceRect" presStyleCnt="0"/>
      <dgm:spPr/>
    </dgm:pt>
    <dgm:pt modelId="{7F8ED6FC-E021-4C8F-AC3E-333E5C2CD16E}" type="pres">
      <dgm:prSet presAssocID="{437730A9-7ED1-47A9-ACA6-2B0F33059C84}" presName="parTx" presStyleLbl="revTx" presStyleIdx="2" presStyleCnt="4">
        <dgm:presLayoutVars>
          <dgm:chMax val="0"/>
          <dgm:chPref val="0"/>
        </dgm:presLayoutVars>
      </dgm:prSet>
      <dgm:spPr/>
    </dgm:pt>
    <dgm:pt modelId="{632B8E5A-06DC-4723-A810-93116DCDC83C}" type="pres">
      <dgm:prSet presAssocID="{F61222A2-E583-4971-916D-DF44492F7E3A}" presName="sibTrans" presStyleCnt="0"/>
      <dgm:spPr/>
    </dgm:pt>
    <dgm:pt modelId="{50C1CE21-647D-4F05-9127-D3566686A7A3}" type="pres">
      <dgm:prSet presAssocID="{3DEB80AB-BE23-46EF-A7DD-FB6C680EA293}" presName="compNode" presStyleCnt="0"/>
      <dgm:spPr/>
    </dgm:pt>
    <dgm:pt modelId="{7B0A104F-6C72-4B29-8807-D92847E01695}" type="pres">
      <dgm:prSet presAssocID="{3DEB80AB-BE23-46EF-A7DD-FB6C680EA293}" presName="bgRect" presStyleLbl="bgShp" presStyleIdx="3" presStyleCnt="4"/>
      <dgm:spPr/>
    </dgm:pt>
    <dgm:pt modelId="{02500282-D05E-489A-8CE0-566BE5AA43D5}" type="pres">
      <dgm:prSet presAssocID="{3DEB80AB-BE23-46EF-A7DD-FB6C680EA2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81CB22A-7434-43E0-A3FD-927CB64AB90F}" type="pres">
      <dgm:prSet presAssocID="{3DEB80AB-BE23-46EF-A7DD-FB6C680EA293}" presName="spaceRect" presStyleCnt="0"/>
      <dgm:spPr/>
    </dgm:pt>
    <dgm:pt modelId="{40516E7B-0D53-42D0-B25B-DD0BAC896504}" type="pres">
      <dgm:prSet presAssocID="{3DEB80AB-BE23-46EF-A7DD-FB6C680EA2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02DFF09-C9B9-4B89-AAB8-A0A51B1C7B5F}" srcId="{633327EE-F643-4144-ADB0-4EE3E02EB737}" destId="{0905D677-3111-47F0-9097-881C803DA908}" srcOrd="0" destOrd="0" parTransId="{39E51A95-54E8-4283-B1B8-88B09031DAB6}" sibTransId="{B0BAEE41-86EF-4EF4-A69C-524FD3F7B8E2}"/>
    <dgm:cxn modelId="{664D540E-AD6C-4077-94AA-6B6D42EBDFCE}" type="presOf" srcId="{3DEB80AB-BE23-46EF-A7DD-FB6C680EA293}" destId="{40516E7B-0D53-42D0-B25B-DD0BAC896504}" srcOrd="0" destOrd="0" presId="urn:microsoft.com/office/officeart/2018/2/layout/IconVerticalSolidList"/>
    <dgm:cxn modelId="{2F895D74-220C-42F6-9CC9-3BCB9A253E99}" type="presOf" srcId="{7B9F5211-71EF-4C78-85BF-A6987DE796CE}" destId="{2F37AD92-5C79-453D-B29F-5CDF97C3950E}" srcOrd="0" destOrd="0" presId="urn:microsoft.com/office/officeart/2018/2/layout/IconVerticalSolidList"/>
    <dgm:cxn modelId="{FAA77775-75C2-43E5-9E39-52E7412A4176}" srcId="{633327EE-F643-4144-ADB0-4EE3E02EB737}" destId="{7B9F5211-71EF-4C78-85BF-A6987DE796CE}" srcOrd="1" destOrd="0" parTransId="{0F7ABF8E-70D8-4A70-AD57-27F06BEE63E9}" sibTransId="{DF270917-BB11-4FD3-BA1C-C0B52E2A5D73}"/>
    <dgm:cxn modelId="{C435E791-7DBF-4945-A6C5-227C9D96E634}" type="presOf" srcId="{437730A9-7ED1-47A9-ACA6-2B0F33059C84}" destId="{7F8ED6FC-E021-4C8F-AC3E-333E5C2CD16E}" srcOrd="0" destOrd="0" presId="urn:microsoft.com/office/officeart/2018/2/layout/IconVerticalSolidList"/>
    <dgm:cxn modelId="{776C43AD-0497-415C-9934-B3617092BB31}" srcId="{633327EE-F643-4144-ADB0-4EE3E02EB737}" destId="{3DEB80AB-BE23-46EF-A7DD-FB6C680EA293}" srcOrd="3" destOrd="0" parTransId="{A7C4EC9B-ED76-4C13-AF1A-1D2EB58FA8D1}" sibTransId="{3D502CF6-574D-4B9E-A58A-65E9818A92FD}"/>
    <dgm:cxn modelId="{F817AEC8-5386-47CA-ADF6-BDE690D52A1B}" type="presOf" srcId="{0905D677-3111-47F0-9097-881C803DA908}" destId="{07ABFB0F-ECC3-46F3-862A-2BEFC0E4B2A3}" srcOrd="0" destOrd="0" presId="urn:microsoft.com/office/officeart/2018/2/layout/IconVerticalSolidList"/>
    <dgm:cxn modelId="{9FE677CC-0D53-4625-B76F-69D580400C8C}" srcId="{633327EE-F643-4144-ADB0-4EE3E02EB737}" destId="{437730A9-7ED1-47A9-ACA6-2B0F33059C84}" srcOrd="2" destOrd="0" parTransId="{1F24F538-B02C-4B6B-9E30-00F70DD8B49D}" sibTransId="{F61222A2-E583-4971-916D-DF44492F7E3A}"/>
    <dgm:cxn modelId="{802ED0DF-505A-4EE5-AA61-9D16CB36B550}" type="presOf" srcId="{633327EE-F643-4144-ADB0-4EE3E02EB737}" destId="{B124DEA5-E355-4306-ACD9-C66792688D55}" srcOrd="0" destOrd="0" presId="urn:microsoft.com/office/officeart/2018/2/layout/IconVerticalSolidList"/>
    <dgm:cxn modelId="{ABA1D627-1B0F-4DDD-A2FE-23E10145A8DF}" type="presParOf" srcId="{B124DEA5-E355-4306-ACD9-C66792688D55}" destId="{A29A4259-CF50-4040-A544-45A46FE57D86}" srcOrd="0" destOrd="0" presId="urn:microsoft.com/office/officeart/2018/2/layout/IconVerticalSolidList"/>
    <dgm:cxn modelId="{3A944CDA-673D-4D24-ACD6-672D374ECC1F}" type="presParOf" srcId="{A29A4259-CF50-4040-A544-45A46FE57D86}" destId="{EF1F3ED3-A88B-46E7-B0F7-C2D22084E9F9}" srcOrd="0" destOrd="0" presId="urn:microsoft.com/office/officeart/2018/2/layout/IconVerticalSolidList"/>
    <dgm:cxn modelId="{A101CD19-2928-4B0A-9174-230272D2CDB7}" type="presParOf" srcId="{A29A4259-CF50-4040-A544-45A46FE57D86}" destId="{6133E629-1D97-4658-9509-BB15C80C43D7}" srcOrd="1" destOrd="0" presId="urn:microsoft.com/office/officeart/2018/2/layout/IconVerticalSolidList"/>
    <dgm:cxn modelId="{C283635C-7691-479E-A578-EC72B8B92CDE}" type="presParOf" srcId="{A29A4259-CF50-4040-A544-45A46FE57D86}" destId="{345CEB96-1419-4EAE-95C2-453D15969A18}" srcOrd="2" destOrd="0" presId="urn:microsoft.com/office/officeart/2018/2/layout/IconVerticalSolidList"/>
    <dgm:cxn modelId="{E294C098-5962-4BE2-A98E-05F8FDC15FAF}" type="presParOf" srcId="{A29A4259-CF50-4040-A544-45A46FE57D86}" destId="{07ABFB0F-ECC3-46F3-862A-2BEFC0E4B2A3}" srcOrd="3" destOrd="0" presId="urn:microsoft.com/office/officeart/2018/2/layout/IconVerticalSolidList"/>
    <dgm:cxn modelId="{12830DBC-54A7-4300-A919-08A091EE9C85}" type="presParOf" srcId="{B124DEA5-E355-4306-ACD9-C66792688D55}" destId="{A8245472-6A5C-4325-B33C-EEE878C7F2CF}" srcOrd="1" destOrd="0" presId="urn:microsoft.com/office/officeart/2018/2/layout/IconVerticalSolidList"/>
    <dgm:cxn modelId="{EB7D686D-3FD7-4CE2-BF43-9D02650B3187}" type="presParOf" srcId="{B124DEA5-E355-4306-ACD9-C66792688D55}" destId="{F7706A67-023E-4D56-9FBD-8F77058D76FE}" srcOrd="2" destOrd="0" presId="urn:microsoft.com/office/officeart/2018/2/layout/IconVerticalSolidList"/>
    <dgm:cxn modelId="{4FF9B631-18A0-4D2B-95D8-5227EB26933E}" type="presParOf" srcId="{F7706A67-023E-4D56-9FBD-8F77058D76FE}" destId="{1DBB5679-3095-4E0E-A8FE-CABB1775DB72}" srcOrd="0" destOrd="0" presId="urn:microsoft.com/office/officeart/2018/2/layout/IconVerticalSolidList"/>
    <dgm:cxn modelId="{B407A18A-116D-4A83-BB1A-66EEF9E49E43}" type="presParOf" srcId="{F7706A67-023E-4D56-9FBD-8F77058D76FE}" destId="{B6B0110B-B126-40FF-9DA5-772B5F104713}" srcOrd="1" destOrd="0" presId="urn:microsoft.com/office/officeart/2018/2/layout/IconVerticalSolidList"/>
    <dgm:cxn modelId="{EE513178-13A9-4B83-A4B0-4616311D1734}" type="presParOf" srcId="{F7706A67-023E-4D56-9FBD-8F77058D76FE}" destId="{C434D24B-F1A1-47D3-9B51-73326020BA28}" srcOrd="2" destOrd="0" presId="urn:microsoft.com/office/officeart/2018/2/layout/IconVerticalSolidList"/>
    <dgm:cxn modelId="{A919D5F4-5E0E-4E5A-9267-0F2405A35A13}" type="presParOf" srcId="{F7706A67-023E-4D56-9FBD-8F77058D76FE}" destId="{2F37AD92-5C79-453D-B29F-5CDF97C3950E}" srcOrd="3" destOrd="0" presId="urn:microsoft.com/office/officeart/2018/2/layout/IconVerticalSolidList"/>
    <dgm:cxn modelId="{6526E2F0-9B8B-46FB-A874-2A71CB15CAF2}" type="presParOf" srcId="{B124DEA5-E355-4306-ACD9-C66792688D55}" destId="{664B0517-B024-40BB-B8EF-269475461973}" srcOrd="3" destOrd="0" presId="urn:microsoft.com/office/officeart/2018/2/layout/IconVerticalSolidList"/>
    <dgm:cxn modelId="{D5696E8D-7C70-4552-82BB-D6AC37BFC09B}" type="presParOf" srcId="{B124DEA5-E355-4306-ACD9-C66792688D55}" destId="{6A6CD9D3-8B77-4886-9B89-96AEBC65FB99}" srcOrd="4" destOrd="0" presId="urn:microsoft.com/office/officeart/2018/2/layout/IconVerticalSolidList"/>
    <dgm:cxn modelId="{3CB96A31-06CD-4727-BFAE-A9F82866C83D}" type="presParOf" srcId="{6A6CD9D3-8B77-4886-9B89-96AEBC65FB99}" destId="{449876EC-8F2D-456E-90E2-64E3B117513E}" srcOrd="0" destOrd="0" presId="urn:microsoft.com/office/officeart/2018/2/layout/IconVerticalSolidList"/>
    <dgm:cxn modelId="{6C80EA51-0DFA-4429-B807-755D414616C1}" type="presParOf" srcId="{6A6CD9D3-8B77-4886-9B89-96AEBC65FB99}" destId="{4AC35F52-4D26-4AE5-AF1D-7F02185A0C4E}" srcOrd="1" destOrd="0" presId="urn:microsoft.com/office/officeart/2018/2/layout/IconVerticalSolidList"/>
    <dgm:cxn modelId="{B00FDC94-7536-4965-A2B7-93EFE8B3A19F}" type="presParOf" srcId="{6A6CD9D3-8B77-4886-9B89-96AEBC65FB99}" destId="{5BBBE679-DCF6-4F7D-86CD-BDDE3370D2EA}" srcOrd="2" destOrd="0" presId="urn:microsoft.com/office/officeart/2018/2/layout/IconVerticalSolidList"/>
    <dgm:cxn modelId="{6087BC8B-B4EA-462A-AED6-AA0250B26320}" type="presParOf" srcId="{6A6CD9D3-8B77-4886-9B89-96AEBC65FB99}" destId="{7F8ED6FC-E021-4C8F-AC3E-333E5C2CD16E}" srcOrd="3" destOrd="0" presId="urn:microsoft.com/office/officeart/2018/2/layout/IconVerticalSolidList"/>
    <dgm:cxn modelId="{C6C8177D-5921-4C29-9C99-5412B28427C2}" type="presParOf" srcId="{B124DEA5-E355-4306-ACD9-C66792688D55}" destId="{632B8E5A-06DC-4723-A810-93116DCDC83C}" srcOrd="5" destOrd="0" presId="urn:microsoft.com/office/officeart/2018/2/layout/IconVerticalSolidList"/>
    <dgm:cxn modelId="{D9C61813-FAD4-4952-90EE-B0A9A9811B3C}" type="presParOf" srcId="{B124DEA5-E355-4306-ACD9-C66792688D55}" destId="{50C1CE21-647D-4F05-9127-D3566686A7A3}" srcOrd="6" destOrd="0" presId="urn:microsoft.com/office/officeart/2018/2/layout/IconVerticalSolidList"/>
    <dgm:cxn modelId="{4753DE36-9EAA-4A6C-8E75-F480C1767F38}" type="presParOf" srcId="{50C1CE21-647D-4F05-9127-D3566686A7A3}" destId="{7B0A104F-6C72-4B29-8807-D92847E01695}" srcOrd="0" destOrd="0" presId="urn:microsoft.com/office/officeart/2018/2/layout/IconVerticalSolidList"/>
    <dgm:cxn modelId="{54BA3464-3D32-4FE4-A7E2-B08939195A35}" type="presParOf" srcId="{50C1CE21-647D-4F05-9127-D3566686A7A3}" destId="{02500282-D05E-489A-8CE0-566BE5AA43D5}" srcOrd="1" destOrd="0" presId="urn:microsoft.com/office/officeart/2018/2/layout/IconVerticalSolidList"/>
    <dgm:cxn modelId="{01536C38-EDF0-457C-AC7C-D1FF7BB100A8}" type="presParOf" srcId="{50C1CE21-647D-4F05-9127-D3566686A7A3}" destId="{381CB22A-7434-43E0-A3FD-927CB64AB90F}" srcOrd="2" destOrd="0" presId="urn:microsoft.com/office/officeart/2018/2/layout/IconVerticalSolidList"/>
    <dgm:cxn modelId="{F3F1012B-2ACC-4010-A0C8-572D0BC15FDF}" type="presParOf" srcId="{50C1CE21-647D-4F05-9127-D3566686A7A3}" destId="{40516E7B-0D53-42D0-B25B-DD0BAC8965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5A0B54-9423-4A4E-AFFE-DE11D440FE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A235FE-73C7-4CF8-88FE-6E9889104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significant portion of revenue is concentrated among the top 10 customers, indicating a heavy reliance on a small group of high-value buyers.</a:t>
          </a:r>
          <a:endParaRPr lang="en-US"/>
        </a:p>
      </dgm:t>
    </dgm:pt>
    <dgm:pt modelId="{62F0285C-CE39-4D16-93F2-5D398EF4D4D2}" type="parTrans" cxnId="{07B729DB-34D4-42AA-B189-569047CD57DA}">
      <dgm:prSet/>
      <dgm:spPr/>
      <dgm:t>
        <a:bodyPr/>
        <a:lstStyle/>
        <a:p>
          <a:endParaRPr lang="en-US"/>
        </a:p>
      </dgm:t>
    </dgm:pt>
    <dgm:pt modelId="{C263FDEA-2CD7-4D55-823A-20E0FE2CFBA5}" type="sibTrans" cxnId="{07B729DB-34D4-42AA-B189-569047CD57DA}">
      <dgm:prSet/>
      <dgm:spPr/>
      <dgm:t>
        <a:bodyPr/>
        <a:lstStyle/>
        <a:p>
          <a:endParaRPr lang="en-US"/>
        </a:p>
      </dgm:t>
    </dgm:pt>
    <dgm:pt modelId="{213E098B-A513-438E-B1FA-4B7382FF38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These customers exhibit consistently high order frequency or large purchase volumes, positioning them as key accounts.</a:t>
          </a:r>
          <a:endParaRPr lang="en-US"/>
        </a:p>
      </dgm:t>
    </dgm:pt>
    <dgm:pt modelId="{BB596B21-27E4-4CAC-849F-5ED044833AC6}" type="parTrans" cxnId="{0535A957-3AD7-43FD-962B-6FB97FBF0B0A}">
      <dgm:prSet/>
      <dgm:spPr/>
      <dgm:t>
        <a:bodyPr/>
        <a:lstStyle/>
        <a:p>
          <a:endParaRPr lang="en-US"/>
        </a:p>
      </dgm:t>
    </dgm:pt>
    <dgm:pt modelId="{2DE71819-27F7-4D7B-85A0-A5C8868C4179}" type="sibTrans" cxnId="{0535A957-3AD7-43FD-962B-6FB97FBF0B0A}">
      <dgm:prSet/>
      <dgm:spPr/>
      <dgm:t>
        <a:bodyPr/>
        <a:lstStyle/>
        <a:p>
          <a:endParaRPr lang="en-US"/>
        </a:p>
      </dgm:t>
    </dgm:pt>
    <dgm:pt modelId="{3893C044-5F17-4DD7-83F5-087730ABCA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sharp spending drop after the top three customers highlights a long-tail distribution, where many smaller buyers contribute marginally.</a:t>
          </a:r>
          <a:endParaRPr lang="en-US"/>
        </a:p>
      </dgm:t>
    </dgm:pt>
    <dgm:pt modelId="{EBF49F38-5F10-4E37-AE92-50641B862A65}" type="parTrans" cxnId="{FAFC7BCD-8AC5-4AA0-B0A6-C2FF3AC709F6}">
      <dgm:prSet/>
      <dgm:spPr/>
      <dgm:t>
        <a:bodyPr/>
        <a:lstStyle/>
        <a:p>
          <a:endParaRPr lang="en-US"/>
        </a:p>
      </dgm:t>
    </dgm:pt>
    <dgm:pt modelId="{88F16A0A-CCFC-40FE-9FAD-20E88D3F85E9}" type="sibTrans" cxnId="{FAFC7BCD-8AC5-4AA0-B0A6-C2FF3AC709F6}">
      <dgm:prSet/>
      <dgm:spPr/>
      <dgm:t>
        <a:bodyPr/>
        <a:lstStyle/>
        <a:p>
          <a:endParaRPr lang="en-US"/>
        </a:p>
      </dgm:t>
    </dgm:pt>
    <dgm:pt modelId="{474F61F5-671C-4F60-AEB4-7B87F31E9B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Retention efforts such as loyalty programs, exclusive discounts, or personalized communication could further strengthen this high-value group.</a:t>
          </a:r>
          <a:endParaRPr lang="en-US"/>
        </a:p>
      </dgm:t>
    </dgm:pt>
    <dgm:pt modelId="{97F41DA1-3010-4DAD-AE4E-983E4D558A3D}" type="parTrans" cxnId="{D27AE649-4F2F-490F-89EA-D49700412358}">
      <dgm:prSet/>
      <dgm:spPr/>
      <dgm:t>
        <a:bodyPr/>
        <a:lstStyle/>
        <a:p>
          <a:endParaRPr lang="en-US"/>
        </a:p>
      </dgm:t>
    </dgm:pt>
    <dgm:pt modelId="{017D5273-FCF0-4EFB-93B9-7A0F359C565E}" type="sibTrans" cxnId="{D27AE649-4F2F-490F-89EA-D49700412358}">
      <dgm:prSet/>
      <dgm:spPr/>
      <dgm:t>
        <a:bodyPr/>
        <a:lstStyle/>
        <a:p>
          <a:endParaRPr lang="en-US"/>
        </a:p>
      </dgm:t>
    </dgm:pt>
    <dgm:pt modelId="{9DE86EE4-06F7-4E25-BA44-52B9466BE16D}" type="pres">
      <dgm:prSet presAssocID="{6D5A0B54-9423-4A4E-AFFE-DE11D440FE86}" presName="root" presStyleCnt="0">
        <dgm:presLayoutVars>
          <dgm:dir/>
          <dgm:resizeHandles val="exact"/>
        </dgm:presLayoutVars>
      </dgm:prSet>
      <dgm:spPr/>
    </dgm:pt>
    <dgm:pt modelId="{A1122BB5-0390-44CF-837D-7A338FC69AF3}" type="pres">
      <dgm:prSet presAssocID="{B0A235FE-73C7-4CF8-88FE-6E9889104721}" presName="compNode" presStyleCnt="0"/>
      <dgm:spPr/>
    </dgm:pt>
    <dgm:pt modelId="{B4203ACB-E98F-4EBF-8C7A-FF824FE5B352}" type="pres">
      <dgm:prSet presAssocID="{B0A235FE-73C7-4CF8-88FE-6E9889104721}" presName="bgRect" presStyleLbl="bgShp" presStyleIdx="0" presStyleCnt="4"/>
      <dgm:spPr/>
    </dgm:pt>
    <dgm:pt modelId="{B514A38E-5A44-4481-9727-DF324C539C88}" type="pres">
      <dgm:prSet presAssocID="{B0A235FE-73C7-4CF8-88FE-6E98891047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ADA3DB64-94B3-43E1-BD47-AAE18D710145}" type="pres">
      <dgm:prSet presAssocID="{B0A235FE-73C7-4CF8-88FE-6E9889104721}" presName="spaceRect" presStyleCnt="0"/>
      <dgm:spPr/>
    </dgm:pt>
    <dgm:pt modelId="{B01D47CC-6171-4D14-A0F6-BDBA916B0B7B}" type="pres">
      <dgm:prSet presAssocID="{B0A235FE-73C7-4CF8-88FE-6E9889104721}" presName="parTx" presStyleLbl="revTx" presStyleIdx="0" presStyleCnt="4">
        <dgm:presLayoutVars>
          <dgm:chMax val="0"/>
          <dgm:chPref val="0"/>
        </dgm:presLayoutVars>
      </dgm:prSet>
      <dgm:spPr/>
    </dgm:pt>
    <dgm:pt modelId="{B9697BA4-5E56-4D36-996F-E58D3806DAC8}" type="pres">
      <dgm:prSet presAssocID="{C263FDEA-2CD7-4D55-823A-20E0FE2CFBA5}" presName="sibTrans" presStyleCnt="0"/>
      <dgm:spPr/>
    </dgm:pt>
    <dgm:pt modelId="{7F36A7D6-707B-4E2A-8444-7CF1CD746843}" type="pres">
      <dgm:prSet presAssocID="{213E098B-A513-438E-B1FA-4B7382FF384C}" presName="compNode" presStyleCnt="0"/>
      <dgm:spPr/>
    </dgm:pt>
    <dgm:pt modelId="{AE5BD977-E7AB-4FCB-83DD-9755F4D4765E}" type="pres">
      <dgm:prSet presAssocID="{213E098B-A513-438E-B1FA-4B7382FF384C}" presName="bgRect" presStyleLbl="bgShp" presStyleIdx="1" presStyleCnt="4"/>
      <dgm:spPr/>
    </dgm:pt>
    <dgm:pt modelId="{C1E35715-C368-45EC-BE8D-DD1A47D78B3C}" type="pres">
      <dgm:prSet presAssocID="{213E098B-A513-438E-B1FA-4B7382FF38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2ECFDD80-36FE-4D95-9D4E-83CD72EB919B}" type="pres">
      <dgm:prSet presAssocID="{213E098B-A513-438E-B1FA-4B7382FF384C}" presName="spaceRect" presStyleCnt="0"/>
      <dgm:spPr/>
    </dgm:pt>
    <dgm:pt modelId="{9530F12C-AE4B-4815-9F1E-D053113EA607}" type="pres">
      <dgm:prSet presAssocID="{213E098B-A513-438E-B1FA-4B7382FF384C}" presName="parTx" presStyleLbl="revTx" presStyleIdx="1" presStyleCnt="4">
        <dgm:presLayoutVars>
          <dgm:chMax val="0"/>
          <dgm:chPref val="0"/>
        </dgm:presLayoutVars>
      </dgm:prSet>
      <dgm:spPr/>
    </dgm:pt>
    <dgm:pt modelId="{00B27389-4F31-4FE4-87DC-483046E1F1C7}" type="pres">
      <dgm:prSet presAssocID="{2DE71819-27F7-4D7B-85A0-A5C8868C4179}" presName="sibTrans" presStyleCnt="0"/>
      <dgm:spPr/>
    </dgm:pt>
    <dgm:pt modelId="{E7227B61-FA5B-40B7-B483-00B2CF0E8AF6}" type="pres">
      <dgm:prSet presAssocID="{3893C044-5F17-4DD7-83F5-087730ABCAAD}" presName="compNode" presStyleCnt="0"/>
      <dgm:spPr/>
    </dgm:pt>
    <dgm:pt modelId="{DE59F84A-E0CB-4EB6-B0A6-4F5EE6EA3AD5}" type="pres">
      <dgm:prSet presAssocID="{3893C044-5F17-4DD7-83F5-087730ABCAAD}" presName="bgRect" presStyleLbl="bgShp" presStyleIdx="2" presStyleCnt="4"/>
      <dgm:spPr/>
    </dgm:pt>
    <dgm:pt modelId="{534AB7BC-CB30-4E0D-BB33-B874E6708486}" type="pres">
      <dgm:prSet presAssocID="{3893C044-5F17-4DD7-83F5-087730ABCA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F5FC7DEB-0FF1-421D-8691-A82729068CB0}" type="pres">
      <dgm:prSet presAssocID="{3893C044-5F17-4DD7-83F5-087730ABCAAD}" presName="spaceRect" presStyleCnt="0"/>
      <dgm:spPr/>
    </dgm:pt>
    <dgm:pt modelId="{AB6B7343-8596-497A-A7CE-9CAFA0B97BD0}" type="pres">
      <dgm:prSet presAssocID="{3893C044-5F17-4DD7-83F5-087730ABCAAD}" presName="parTx" presStyleLbl="revTx" presStyleIdx="2" presStyleCnt="4">
        <dgm:presLayoutVars>
          <dgm:chMax val="0"/>
          <dgm:chPref val="0"/>
        </dgm:presLayoutVars>
      </dgm:prSet>
      <dgm:spPr/>
    </dgm:pt>
    <dgm:pt modelId="{CB3D8586-E528-4920-8DEE-73E54F875E66}" type="pres">
      <dgm:prSet presAssocID="{88F16A0A-CCFC-40FE-9FAD-20E88D3F85E9}" presName="sibTrans" presStyleCnt="0"/>
      <dgm:spPr/>
    </dgm:pt>
    <dgm:pt modelId="{016563EC-0AAC-45C6-92AF-AB3F4725BDBD}" type="pres">
      <dgm:prSet presAssocID="{474F61F5-671C-4F60-AEB4-7B87F31E9B93}" presName="compNode" presStyleCnt="0"/>
      <dgm:spPr/>
    </dgm:pt>
    <dgm:pt modelId="{BD29305B-310C-45FC-9D2B-95BC39292006}" type="pres">
      <dgm:prSet presAssocID="{474F61F5-671C-4F60-AEB4-7B87F31E9B93}" presName="bgRect" presStyleLbl="bgShp" presStyleIdx="3" presStyleCnt="4"/>
      <dgm:spPr/>
    </dgm:pt>
    <dgm:pt modelId="{1EE56C88-79D9-4422-ACEE-6D99D2B567B2}" type="pres">
      <dgm:prSet presAssocID="{474F61F5-671C-4F60-AEB4-7B87F31E9B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B3BC8514-DC81-423C-8755-AFDCE7019BCB}" type="pres">
      <dgm:prSet presAssocID="{474F61F5-671C-4F60-AEB4-7B87F31E9B93}" presName="spaceRect" presStyleCnt="0"/>
      <dgm:spPr/>
    </dgm:pt>
    <dgm:pt modelId="{EF707B7F-0D5E-4E7C-BC91-09ECA3DE7EFA}" type="pres">
      <dgm:prSet presAssocID="{474F61F5-671C-4F60-AEB4-7B87F31E9B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61ADA06-BACD-4C30-931B-7EE3C67B8CB8}" type="presOf" srcId="{6D5A0B54-9423-4A4E-AFFE-DE11D440FE86}" destId="{9DE86EE4-06F7-4E25-BA44-52B9466BE16D}" srcOrd="0" destOrd="0" presId="urn:microsoft.com/office/officeart/2018/2/layout/IconVerticalSolidList"/>
    <dgm:cxn modelId="{7822E742-3170-4995-9F3A-823B64BCCBDA}" type="presOf" srcId="{474F61F5-671C-4F60-AEB4-7B87F31E9B93}" destId="{EF707B7F-0D5E-4E7C-BC91-09ECA3DE7EFA}" srcOrd="0" destOrd="0" presId="urn:microsoft.com/office/officeart/2018/2/layout/IconVerticalSolidList"/>
    <dgm:cxn modelId="{D27AE649-4F2F-490F-89EA-D49700412358}" srcId="{6D5A0B54-9423-4A4E-AFFE-DE11D440FE86}" destId="{474F61F5-671C-4F60-AEB4-7B87F31E9B93}" srcOrd="3" destOrd="0" parTransId="{97F41DA1-3010-4DAD-AE4E-983E4D558A3D}" sibTransId="{017D5273-FCF0-4EFB-93B9-7A0F359C565E}"/>
    <dgm:cxn modelId="{0535A957-3AD7-43FD-962B-6FB97FBF0B0A}" srcId="{6D5A0B54-9423-4A4E-AFFE-DE11D440FE86}" destId="{213E098B-A513-438E-B1FA-4B7382FF384C}" srcOrd="1" destOrd="0" parTransId="{BB596B21-27E4-4CAC-849F-5ED044833AC6}" sibTransId="{2DE71819-27F7-4D7B-85A0-A5C8868C4179}"/>
    <dgm:cxn modelId="{07AD599F-CE79-4CE7-BD48-D5AE35BB8F07}" type="presOf" srcId="{3893C044-5F17-4DD7-83F5-087730ABCAAD}" destId="{AB6B7343-8596-497A-A7CE-9CAFA0B97BD0}" srcOrd="0" destOrd="0" presId="urn:microsoft.com/office/officeart/2018/2/layout/IconVerticalSolidList"/>
    <dgm:cxn modelId="{87AEF2A4-043A-47A0-B6C7-3779EDAE9EA4}" type="presOf" srcId="{B0A235FE-73C7-4CF8-88FE-6E9889104721}" destId="{B01D47CC-6171-4D14-A0F6-BDBA916B0B7B}" srcOrd="0" destOrd="0" presId="urn:microsoft.com/office/officeart/2018/2/layout/IconVerticalSolidList"/>
    <dgm:cxn modelId="{FAFC7BCD-8AC5-4AA0-B0A6-C2FF3AC709F6}" srcId="{6D5A0B54-9423-4A4E-AFFE-DE11D440FE86}" destId="{3893C044-5F17-4DD7-83F5-087730ABCAAD}" srcOrd="2" destOrd="0" parTransId="{EBF49F38-5F10-4E37-AE92-50641B862A65}" sibTransId="{88F16A0A-CCFC-40FE-9FAD-20E88D3F85E9}"/>
    <dgm:cxn modelId="{43799DD6-40F3-4487-B984-35AC66A38D25}" type="presOf" srcId="{213E098B-A513-438E-B1FA-4B7382FF384C}" destId="{9530F12C-AE4B-4815-9F1E-D053113EA607}" srcOrd="0" destOrd="0" presId="urn:microsoft.com/office/officeart/2018/2/layout/IconVerticalSolidList"/>
    <dgm:cxn modelId="{07B729DB-34D4-42AA-B189-569047CD57DA}" srcId="{6D5A0B54-9423-4A4E-AFFE-DE11D440FE86}" destId="{B0A235FE-73C7-4CF8-88FE-6E9889104721}" srcOrd="0" destOrd="0" parTransId="{62F0285C-CE39-4D16-93F2-5D398EF4D4D2}" sibTransId="{C263FDEA-2CD7-4D55-823A-20E0FE2CFBA5}"/>
    <dgm:cxn modelId="{59242E43-6168-4A15-B85C-27BAAA1C0BF2}" type="presParOf" srcId="{9DE86EE4-06F7-4E25-BA44-52B9466BE16D}" destId="{A1122BB5-0390-44CF-837D-7A338FC69AF3}" srcOrd="0" destOrd="0" presId="urn:microsoft.com/office/officeart/2018/2/layout/IconVerticalSolidList"/>
    <dgm:cxn modelId="{5162F742-8052-4621-992C-C0D49EC1F7CA}" type="presParOf" srcId="{A1122BB5-0390-44CF-837D-7A338FC69AF3}" destId="{B4203ACB-E98F-4EBF-8C7A-FF824FE5B352}" srcOrd="0" destOrd="0" presId="urn:microsoft.com/office/officeart/2018/2/layout/IconVerticalSolidList"/>
    <dgm:cxn modelId="{C7EEF1E5-3E1A-4A8C-9BD1-0667E12FA5E3}" type="presParOf" srcId="{A1122BB5-0390-44CF-837D-7A338FC69AF3}" destId="{B514A38E-5A44-4481-9727-DF324C539C88}" srcOrd="1" destOrd="0" presId="urn:microsoft.com/office/officeart/2018/2/layout/IconVerticalSolidList"/>
    <dgm:cxn modelId="{2D244044-1E08-44DC-AE65-D09B7BFDEE94}" type="presParOf" srcId="{A1122BB5-0390-44CF-837D-7A338FC69AF3}" destId="{ADA3DB64-94B3-43E1-BD47-AAE18D710145}" srcOrd="2" destOrd="0" presId="urn:microsoft.com/office/officeart/2018/2/layout/IconVerticalSolidList"/>
    <dgm:cxn modelId="{60FADB70-1415-4D2B-9D4C-AEA013B2D793}" type="presParOf" srcId="{A1122BB5-0390-44CF-837D-7A338FC69AF3}" destId="{B01D47CC-6171-4D14-A0F6-BDBA916B0B7B}" srcOrd="3" destOrd="0" presId="urn:microsoft.com/office/officeart/2018/2/layout/IconVerticalSolidList"/>
    <dgm:cxn modelId="{A6B9BEDA-F882-4FA0-A580-AD78065BBD01}" type="presParOf" srcId="{9DE86EE4-06F7-4E25-BA44-52B9466BE16D}" destId="{B9697BA4-5E56-4D36-996F-E58D3806DAC8}" srcOrd="1" destOrd="0" presId="urn:microsoft.com/office/officeart/2018/2/layout/IconVerticalSolidList"/>
    <dgm:cxn modelId="{5CF8E317-D5DD-4556-AEBB-6177EA053A18}" type="presParOf" srcId="{9DE86EE4-06F7-4E25-BA44-52B9466BE16D}" destId="{7F36A7D6-707B-4E2A-8444-7CF1CD746843}" srcOrd="2" destOrd="0" presId="urn:microsoft.com/office/officeart/2018/2/layout/IconVerticalSolidList"/>
    <dgm:cxn modelId="{CA65953D-1019-413E-8397-42A77194214F}" type="presParOf" srcId="{7F36A7D6-707B-4E2A-8444-7CF1CD746843}" destId="{AE5BD977-E7AB-4FCB-83DD-9755F4D4765E}" srcOrd="0" destOrd="0" presId="urn:microsoft.com/office/officeart/2018/2/layout/IconVerticalSolidList"/>
    <dgm:cxn modelId="{1DF9DEDE-B5FF-4753-BE35-9525774F7452}" type="presParOf" srcId="{7F36A7D6-707B-4E2A-8444-7CF1CD746843}" destId="{C1E35715-C368-45EC-BE8D-DD1A47D78B3C}" srcOrd="1" destOrd="0" presId="urn:microsoft.com/office/officeart/2018/2/layout/IconVerticalSolidList"/>
    <dgm:cxn modelId="{88F75749-A96B-4D05-ADB4-B11ECAAC06FB}" type="presParOf" srcId="{7F36A7D6-707B-4E2A-8444-7CF1CD746843}" destId="{2ECFDD80-36FE-4D95-9D4E-83CD72EB919B}" srcOrd="2" destOrd="0" presId="urn:microsoft.com/office/officeart/2018/2/layout/IconVerticalSolidList"/>
    <dgm:cxn modelId="{5D961C1E-E410-454B-8536-F324D2B44A70}" type="presParOf" srcId="{7F36A7D6-707B-4E2A-8444-7CF1CD746843}" destId="{9530F12C-AE4B-4815-9F1E-D053113EA607}" srcOrd="3" destOrd="0" presId="urn:microsoft.com/office/officeart/2018/2/layout/IconVerticalSolidList"/>
    <dgm:cxn modelId="{3C082CE0-F05D-4331-938A-5C70C841A08E}" type="presParOf" srcId="{9DE86EE4-06F7-4E25-BA44-52B9466BE16D}" destId="{00B27389-4F31-4FE4-87DC-483046E1F1C7}" srcOrd="3" destOrd="0" presId="urn:microsoft.com/office/officeart/2018/2/layout/IconVerticalSolidList"/>
    <dgm:cxn modelId="{0830D1BF-8A29-4B7C-B3A6-A46E88002D35}" type="presParOf" srcId="{9DE86EE4-06F7-4E25-BA44-52B9466BE16D}" destId="{E7227B61-FA5B-40B7-B483-00B2CF0E8AF6}" srcOrd="4" destOrd="0" presId="urn:microsoft.com/office/officeart/2018/2/layout/IconVerticalSolidList"/>
    <dgm:cxn modelId="{0B836A4E-106F-4DDF-8C87-B97555F03D96}" type="presParOf" srcId="{E7227B61-FA5B-40B7-B483-00B2CF0E8AF6}" destId="{DE59F84A-E0CB-4EB6-B0A6-4F5EE6EA3AD5}" srcOrd="0" destOrd="0" presId="urn:microsoft.com/office/officeart/2018/2/layout/IconVerticalSolidList"/>
    <dgm:cxn modelId="{B5391E4C-590E-4C5D-AF56-72D79A1A1FDB}" type="presParOf" srcId="{E7227B61-FA5B-40B7-B483-00B2CF0E8AF6}" destId="{534AB7BC-CB30-4E0D-BB33-B874E6708486}" srcOrd="1" destOrd="0" presId="urn:microsoft.com/office/officeart/2018/2/layout/IconVerticalSolidList"/>
    <dgm:cxn modelId="{FBC25050-A66A-4F98-B8F4-6F346BFCAFA0}" type="presParOf" srcId="{E7227B61-FA5B-40B7-B483-00B2CF0E8AF6}" destId="{F5FC7DEB-0FF1-421D-8691-A82729068CB0}" srcOrd="2" destOrd="0" presId="urn:microsoft.com/office/officeart/2018/2/layout/IconVerticalSolidList"/>
    <dgm:cxn modelId="{AD283B6F-53B3-488A-B6E0-05146F9AB2F8}" type="presParOf" srcId="{E7227B61-FA5B-40B7-B483-00B2CF0E8AF6}" destId="{AB6B7343-8596-497A-A7CE-9CAFA0B97BD0}" srcOrd="3" destOrd="0" presId="urn:microsoft.com/office/officeart/2018/2/layout/IconVerticalSolidList"/>
    <dgm:cxn modelId="{A2AFF940-B482-409E-9AB8-19101F327B0A}" type="presParOf" srcId="{9DE86EE4-06F7-4E25-BA44-52B9466BE16D}" destId="{CB3D8586-E528-4920-8DEE-73E54F875E66}" srcOrd="5" destOrd="0" presId="urn:microsoft.com/office/officeart/2018/2/layout/IconVerticalSolidList"/>
    <dgm:cxn modelId="{16DEB676-DD30-4562-B7BC-2EFEA0A4E90B}" type="presParOf" srcId="{9DE86EE4-06F7-4E25-BA44-52B9466BE16D}" destId="{016563EC-0AAC-45C6-92AF-AB3F4725BDBD}" srcOrd="6" destOrd="0" presId="urn:microsoft.com/office/officeart/2018/2/layout/IconVerticalSolidList"/>
    <dgm:cxn modelId="{2679D792-0A1D-4109-93AE-F7CDA15CF399}" type="presParOf" srcId="{016563EC-0AAC-45C6-92AF-AB3F4725BDBD}" destId="{BD29305B-310C-45FC-9D2B-95BC39292006}" srcOrd="0" destOrd="0" presId="urn:microsoft.com/office/officeart/2018/2/layout/IconVerticalSolidList"/>
    <dgm:cxn modelId="{7A27D28E-D61A-4EEB-8F70-AAC87C1FF365}" type="presParOf" srcId="{016563EC-0AAC-45C6-92AF-AB3F4725BDBD}" destId="{1EE56C88-79D9-4422-ACEE-6D99D2B567B2}" srcOrd="1" destOrd="0" presId="urn:microsoft.com/office/officeart/2018/2/layout/IconVerticalSolidList"/>
    <dgm:cxn modelId="{E97E8CB2-4E4A-4D00-83B5-D7F6C1DF2072}" type="presParOf" srcId="{016563EC-0AAC-45C6-92AF-AB3F4725BDBD}" destId="{B3BC8514-DC81-423C-8755-AFDCE7019BCB}" srcOrd="2" destOrd="0" presId="urn:microsoft.com/office/officeart/2018/2/layout/IconVerticalSolidList"/>
    <dgm:cxn modelId="{039993F5-1A26-4FE3-931A-DE0366C1854C}" type="presParOf" srcId="{016563EC-0AAC-45C6-92AF-AB3F4725BDBD}" destId="{EF707B7F-0D5E-4E7C-BC91-09ECA3DE7E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B60AF0-9A12-4905-AE11-E7197CC30C3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07128E-B063-4E13-8D55-7476B3E4B548}">
      <dgm:prSet/>
      <dgm:spPr/>
      <dgm:t>
        <a:bodyPr/>
        <a:lstStyle/>
        <a:p>
          <a:r>
            <a:rPr lang="en-US" b="0" i="0" baseline="0"/>
            <a:t>November’s sharp sales spike indicates a strong festive season boost, likely tied to year-end shopping trends.</a:t>
          </a:r>
          <a:endParaRPr lang="en-US"/>
        </a:p>
      </dgm:t>
    </dgm:pt>
    <dgm:pt modelId="{506CBA5D-FD30-49C5-B83A-2C0BBB675132}" type="parTrans" cxnId="{4513295C-6CF4-4C80-BD12-611A62466CC4}">
      <dgm:prSet/>
      <dgm:spPr/>
      <dgm:t>
        <a:bodyPr/>
        <a:lstStyle/>
        <a:p>
          <a:endParaRPr lang="en-US"/>
        </a:p>
      </dgm:t>
    </dgm:pt>
    <dgm:pt modelId="{366B6963-803E-4CEE-A5F2-2BC2844CBDB8}" type="sibTrans" cxnId="{4513295C-6CF4-4C80-BD12-611A62466CC4}">
      <dgm:prSet/>
      <dgm:spPr/>
      <dgm:t>
        <a:bodyPr/>
        <a:lstStyle/>
        <a:p>
          <a:endParaRPr lang="en-US"/>
        </a:p>
      </dgm:t>
    </dgm:pt>
    <dgm:pt modelId="{58AC5FD6-F708-4512-8A4F-BFA702C3871E}">
      <dgm:prSet/>
      <dgm:spPr/>
      <dgm:t>
        <a:bodyPr/>
        <a:lstStyle/>
        <a:p>
          <a:r>
            <a:rPr lang="en-US" b="0" i="0" baseline="0"/>
            <a:t>The February dip points to post-holiday slowdown, a common pattern across retail industries.</a:t>
          </a:r>
          <a:endParaRPr lang="en-US"/>
        </a:p>
      </dgm:t>
    </dgm:pt>
    <dgm:pt modelId="{E3203B60-D52F-4CE1-9856-A01F5DB241EF}" type="parTrans" cxnId="{B72FE53C-BEB6-40EA-8705-548D7F0D529F}">
      <dgm:prSet/>
      <dgm:spPr/>
      <dgm:t>
        <a:bodyPr/>
        <a:lstStyle/>
        <a:p>
          <a:endParaRPr lang="en-US"/>
        </a:p>
      </dgm:t>
    </dgm:pt>
    <dgm:pt modelId="{62C0CEFC-E8D3-4588-999F-8E5613A40181}" type="sibTrans" cxnId="{B72FE53C-BEB6-40EA-8705-548D7F0D529F}">
      <dgm:prSet/>
      <dgm:spPr/>
      <dgm:t>
        <a:bodyPr/>
        <a:lstStyle/>
        <a:p>
          <a:endParaRPr lang="en-US"/>
        </a:p>
      </dgm:t>
    </dgm:pt>
    <dgm:pt modelId="{FB3DF7EB-5685-45CF-AC8C-340A98BDC612}">
      <dgm:prSet/>
      <dgm:spPr/>
      <dgm:t>
        <a:bodyPr/>
        <a:lstStyle/>
        <a:p>
          <a:r>
            <a:rPr lang="en-US" b="0" i="0" baseline="0"/>
            <a:t>Mid-year months show stable and predictable demand, providing a reliable baseline for operational planning.</a:t>
          </a:r>
          <a:endParaRPr lang="en-US"/>
        </a:p>
      </dgm:t>
    </dgm:pt>
    <dgm:pt modelId="{CB56FDA6-CA72-4652-BC68-E4530E3B78FE}" type="parTrans" cxnId="{E6BBB15F-6567-4C15-9123-7D629843E715}">
      <dgm:prSet/>
      <dgm:spPr/>
      <dgm:t>
        <a:bodyPr/>
        <a:lstStyle/>
        <a:p>
          <a:endParaRPr lang="en-US"/>
        </a:p>
      </dgm:t>
    </dgm:pt>
    <dgm:pt modelId="{664D843E-1AA7-44D4-9B55-C1E6B2FFD104}" type="sibTrans" cxnId="{E6BBB15F-6567-4C15-9123-7D629843E715}">
      <dgm:prSet/>
      <dgm:spPr/>
      <dgm:t>
        <a:bodyPr/>
        <a:lstStyle/>
        <a:p>
          <a:endParaRPr lang="en-US"/>
        </a:p>
      </dgm:t>
    </dgm:pt>
    <dgm:pt modelId="{9AAFBB1F-86B2-44BD-914F-E320329B7E65}">
      <dgm:prSet/>
      <dgm:spPr/>
      <dgm:t>
        <a:bodyPr/>
        <a:lstStyle/>
        <a:p>
          <a:r>
            <a:rPr lang="en-US" b="0" i="0" baseline="0"/>
            <a:t>The overall upward movement across months reflects business expansion and growing customer engagement over time.</a:t>
          </a:r>
          <a:endParaRPr lang="en-US"/>
        </a:p>
      </dgm:t>
    </dgm:pt>
    <dgm:pt modelId="{6B1A5F50-4AAA-48BF-B495-63DB6A53B791}" type="parTrans" cxnId="{8C7F96DA-5D85-47BE-A447-2955A5D807D7}">
      <dgm:prSet/>
      <dgm:spPr/>
      <dgm:t>
        <a:bodyPr/>
        <a:lstStyle/>
        <a:p>
          <a:endParaRPr lang="en-US"/>
        </a:p>
      </dgm:t>
    </dgm:pt>
    <dgm:pt modelId="{1019D0D6-8DCD-4FAC-98AF-CFFD4B7AE6B7}" type="sibTrans" cxnId="{8C7F96DA-5D85-47BE-A447-2955A5D807D7}">
      <dgm:prSet/>
      <dgm:spPr/>
      <dgm:t>
        <a:bodyPr/>
        <a:lstStyle/>
        <a:p>
          <a:endParaRPr lang="en-US"/>
        </a:p>
      </dgm:t>
    </dgm:pt>
    <dgm:pt modelId="{B946FABA-9FAB-4A54-A5B1-2A215CFC5A22}" type="pres">
      <dgm:prSet presAssocID="{ACB60AF0-9A12-4905-AE11-E7197CC30C38}" presName="outerComposite" presStyleCnt="0">
        <dgm:presLayoutVars>
          <dgm:chMax val="5"/>
          <dgm:dir/>
          <dgm:resizeHandles val="exact"/>
        </dgm:presLayoutVars>
      </dgm:prSet>
      <dgm:spPr/>
    </dgm:pt>
    <dgm:pt modelId="{58800C1C-7298-4329-8632-70CCF7D357CE}" type="pres">
      <dgm:prSet presAssocID="{ACB60AF0-9A12-4905-AE11-E7197CC30C38}" presName="dummyMaxCanvas" presStyleCnt="0">
        <dgm:presLayoutVars/>
      </dgm:prSet>
      <dgm:spPr/>
    </dgm:pt>
    <dgm:pt modelId="{43077693-3A37-41ED-BAA0-9F9E09A7142E}" type="pres">
      <dgm:prSet presAssocID="{ACB60AF0-9A12-4905-AE11-E7197CC30C38}" presName="FourNodes_1" presStyleLbl="node1" presStyleIdx="0" presStyleCnt="4">
        <dgm:presLayoutVars>
          <dgm:bulletEnabled val="1"/>
        </dgm:presLayoutVars>
      </dgm:prSet>
      <dgm:spPr/>
    </dgm:pt>
    <dgm:pt modelId="{81C57CFD-FA6E-47D6-AFB8-1F675B37992B}" type="pres">
      <dgm:prSet presAssocID="{ACB60AF0-9A12-4905-AE11-E7197CC30C38}" presName="FourNodes_2" presStyleLbl="node1" presStyleIdx="1" presStyleCnt="4">
        <dgm:presLayoutVars>
          <dgm:bulletEnabled val="1"/>
        </dgm:presLayoutVars>
      </dgm:prSet>
      <dgm:spPr/>
    </dgm:pt>
    <dgm:pt modelId="{811EC7E2-E598-4418-8858-18CD34DA3727}" type="pres">
      <dgm:prSet presAssocID="{ACB60AF0-9A12-4905-AE11-E7197CC30C38}" presName="FourNodes_3" presStyleLbl="node1" presStyleIdx="2" presStyleCnt="4">
        <dgm:presLayoutVars>
          <dgm:bulletEnabled val="1"/>
        </dgm:presLayoutVars>
      </dgm:prSet>
      <dgm:spPr/>
    </dgm:pt>
    <dgm:pt modelId="{A94934F7-1A86-4834-9A40-FC6C02EA0D28}" type="pres">
      <dgm:prSet presAssocID="{ACB60AF0-9A12-4905-AE11-E7197CC30C38}" presName="FourNodes_4" presStyleLbl="node1" presStyleIdx="3" presStyleCnt="4">
        <dgm:presLayoutVars>
          <dgm:bulletEnabled val="1"/>
        </dgm:presLayoutVars>
      </dgm:prSet>
      <dgm:spPr/>
    </dgm:pt>
    <dgm:pt modelId="{7C5C4E92-3426-4E98-BCCD-CD8BF8559BAE}" type="pres">
      <dgm:prSet presAssocID="{ACB60AF0-9A12-4905-AE11-E7197CC30C38}" presName="FourConn_1-2" presStyleLbl="fgAccFollowNode1" presStyleIdx="0" presStyleCnt="3">
        <dgm:presLayoutVars>
          <dgm:bulletEnabled val="1"/>
        </dgm:presLayoutVars>
      </dgm:prSet>
      <dgm:spPr/>
    </dgm:pt>
    <dgm:pt modelId="{14AA6AED-C94D-4B71-9F5D-100F3172CEC2}" type="pres">
      <dgm:prSet presAssocID="{ACB60AF0-9A12-4905-AE11-E7197CC30C38}" presName="FourConn_2-3" presStyleLbl="fgAccFollowNode1" presStyleIdx="1" presStyleCnt="3">
        <dgm:presLayoutVars>
          <dgm:bulletEnabled val="1"/>
        </dgm:presLayoutVars>
      </dgm:prSet>
      <dgm:spPr/>
    </dgm:pt>
    <dgm:pt modelId="{55C71E6B-73A9-4454-B096-F6D01413058D}" type="pres">
      <dgm:prSet presAssocID="{ACB60AF0-9A12-4905-AE11-E7197CC30C38}" presName="FourConn_3-4" presStyleLbl="fgAccFollowNode1" presStyleIdx="2" presStyleCnt="3">
        <dgm:presLayoutVars>
          <dgm:bulletEnabled val="1"/>
        </dgm:presLayoutVars>
      </dgm:prSet>
      <dgm:spPr/>
    </dgm:pt>
    <dgm:pt modelId="{5D1C1F62-C033-4259-895F-7DF8CE0E97A3}" type="pres">
      <dgm:prSet presAssocID="{ACB60AF0-9A12-4905-AE11-E7197CC30C38}" presName="FourNodes_1_text" presStyleLbl="node1" presStyleIdx="3" presStyleCnt="4">
        <dgm:presLayoutVars>
          <dgm:bulletEnabled val="1"/>
        </dgm:presLayoutVars>
      </dgm:prSet>
      <dgm:spPr/>
    </dgm:pt>
    <dgm:pt modelId="{76DD7408-84BF-4DAD-B96A-A208D74EEFDB}" type="pres">
      <dgm:prSet presAssocID="{ACB60AF0-9A12-4905-AE11-E7197CC30C38}" presName="FourNodes_2_text" presStyleLbl="node1" presStyleIdx="3" presStyleCnt="4">
        <dgm:presLayoutVars>
          <dgm:bulletEnabled val="1"/>
        </dgm:presLayoutVars>
      </dgm:prSet>
      <dgm:spPr/>
    </dgm:pt>
    <dgm:pt modelId="{3D602A22-05AC-4A6C-9C34-F2764F3B3597}" type="pres">
      <dgm:prSet presAssocID="{ACB60AF0-9A12-4905-AE11-E7197CC30C38}" presName="FourNodes_3_text" presStyleLbl="node1" presStyleIdx="3" presStyleCnt="4">
        <dgm:presLayoutVars>
          <dgm:bulletEnabled val="1"/>
        </dgm:presLayoutVars>
      </dgm:prSet>
      <dgm:spPr/>
    </dgm:pt>
    <dgm:pt modelId="{8BDBF96A-2A99-4138-ADD2-DF6579AE49CC}" type="pres">
      <dgm:prSet presAssocID="{ACB60AF0-9A12-4905-AE11-E7197CC30C3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5BEAF00-DC4B-47E9-90B6-2A03A0831E89}" type="presOf" srcId="{366B6963-803E-4CEE-A5F2-2BC2844CBDB8}" destId="{7C5C4E92-3426-4E98-BCCD-CD8BF8559BAE}" srcOrd="0" destOrd="0" presId="urn:microsoft.com/office/officeart/2005/8/layout/vProcess5"/>
    <dgm:cxn modelId="{EF9B4418-E1C0-4DFA-83A8-7E55BB9B38F8}" type="presOf" srcId="{58AC5FD6-F708-4512-8A4F-BFA702C3871E}" destId="{81C57CFD-FA6E-47D6-AFB8-1F675B37992B}" srcOrd="0" destOrd="0" presId="urn:microsoft.com/office/officeart/2005/8/layout/vProcess5"/>
    <dgm:cxn modelId="{B72FE53C-BEB6-40EA-8705-548D7F0D529F}" srcId="{ACB60AF0-9A12-4905-AE11-E7197CC30C38}" destId="{58AC5FD6-F708-4512-8A4F-BFA702C3871E}" srcOrd="1" destOrd="0" parTransId="{E3203B60-D52F-4CE1-9856-A01F5DB241EF}" sibTransId="{62C0CEFC-E8D3-4588-999F-8E5613A40181}"/>
    <dgm:cxn modelId="{4513295C-6CF4-4C80-BD12-611A62466CC4}" srcId="{ACB60AF0-9A12-4905-AE11-E7197CC30C38}" destId="{8307128E-B063-4E13-8D55-7476B3E4B548}" srcOrd="0" destOrd="0" parTransId="{506CBA5D-FD30-49C5-B83A-2C0BBB675132}" sibTransId="{366B6963-803E-4CEE-A5F2-2BC2844CBDB8}"/>
    <dgm:cxn modelId="{E6BBB15F-6567-4C15-9123-7D629843E715}" srcId="{ACB60AF0-9A12-4905-AE11-E7197CC30C38}" destId="{FB3DF7EB-5685-45CF-AC8C-340A98BDC612}" srcOrd="2" destOrd="0" parTransId="{CB56FDA6-CA72-4652-BC68-E4530E3B78FE}" sibTransId="{664D843E-1AA7-44D4-9B55-C1E6B2FFD104}"/>
    <dgm:cxn modelId="{301CF26C-8ADF-4CEB-8452-18736AF45741}" type="presOf" srcId="{FB3DF7EB-5685-45CF-AC8C-340A98BDC612}" destId="{3D602A22-05AC-4A6C-9C34-F2764F3B3597}" srcOrd="1" destOrd="0" presId="urn:microsoft.com/office/officeart/2005/8/layout/vProcess5"/>
    <dgm:cxn modelId="{388DC86D-3811-4904-8ADD-10E007E500C3}" type="presOf" srcId="{62C0CEFC-E8D3-4588-999F-8E5613A40181}" destId="{14AA6AED-C94D-4B71-9F5D-100F3172CEC2}" srcOrd="0" destOrd="0" presId="urn:microsoft.com/office/officeart/2005/8/layout/vProcess5"/>
    <dgm:cxn modelId="{F3395156-A19E-412E-B3BC-640517E58EAD}" type="presOf" srcId="{58AC5FD6-F708-4512-8A4F-BFA702C3871E}" destId="{76DD7408-84BF-4DAD-B96A-A208D74EEFDB}" srcOrd="1" destOrd="0" presId="urn:microsoft.com/office/officeart/2005/8/layout/vProcess5"/>
    <dgm:cxn modelId="{2951537C-372A-4560-B96C-CB25936D57DF}" type="presOf" srcId="{8307128E-B063-4E13-8D55-7476B3E4B548}" destId="{5D1C1F62-C033-4259-895F-7DF8CE0E97A3}" srcOrd="1" destOrd="0" presId="urn:microsoft.com/office/officeart/2005/8/layout/vProcess5"/>
    <dgm:cxn modelId="{088EBC92-84F1-4B41-A1F0-DF03599CA258}" type="presOf" srcId="{9AAFBB1F-86B2-44BD-914F-E320329B7E65}" destId="{A94934F7-1A86-4834-9A40-FC6C02EA0D28}" srcOrd="0" destOrd="0" presId="urn:microsoft.com/office/officeart/2005/8/layout/vProcess5"/>
    <dgm:cxn modelId="{1662869D-A6FC-49D9-B7A0-9D66770D9A47}" type="presOf" srcId="{664D843E-1AA7-44D4-9B55-C1E6B2FFD104}" destId="{55C71E6B-73A9-4454-B096-F6D01413058D}" srcOrd="0" destOrd="0" presId="urn:microsoft.com/office/officeart/2005/8/layout/vProcess5"/>
    <dgm:cxn modelId="{27A797B3-D0E2-4494-A730-EC158B0FEE0D}" type="presOf" srcId="{ACB60AF0-9A12-4905-AE11-E7197CC30C38}" destId="{B946FABA-9FAB-4A54-A5B1-2A215CFC5A22}" srcOrd="0" destOrd="0" presId="urn:microsoft.com/office/officeart/2005/8/layout/vProcess5"/>
    <dgm:cxn modelId="{CAB90AB5-936B-4D1A-B301-C68C93FD619C}" type="presOf" srcId="{9AAFBB1F-86B2-44BD-914F-E320329B7E65}" destId="{8BDBF96A-2A99-4138-ADD2-DF6579AE49CC}" srcOrd="1" destOrd="0" presId="urn:microsoft.com/office/officeart/2005/8/layout/vProcess5"/>
    <dgm:cxn modelId="{7C3F1CBA-9104-4BCE-A0B5-71DC0BAC9ABC}" type="presOf" srcId="{8307128E-B063-4E13-8D55-7476B3E4B548}" destId="{43077693-3A37-41ED-BAA0-9F9E09A7142E}" srcOrd="0" destOrd="0" presId="urn:microsoft.com/office/officeart/2005/8/layout/vProcess5"/>
    <dgm:cxn modelId="{8C7F96DA-5D85-47BE-A447-2955A5D807D7}" srcId="{ACB60AF0-9A12-4905-AE11-E7197CC30C38}" destId="{9AAFBB1F-86B2-44BD-914F-E320329B7E65}" srcOrd="3" destOrd="0" parTransId="{6B1A5F50-4AAA-48BF-B495-63DB6A53B791}" sibTransId="{1019D0D6-8DCD-4FAC-98AF-CFFD4B7AE6B7}"/>
    <dgm:cxn modelId="{F9EF2FF9-9BA9-4AAB-ACAC-34A4B83CEEDF}" type="presOf" srcId="{FB3DF7EB-5685-45CF-AC8C-340A98BDC612}" destId="{811EC7E2-E598-4418-8858-18CD34DA3727}" srcOrd="0" destOrd="0" presId="urn:microsoft.com/office/officeart/2005/8/layout/vProcess5"/>
    <dgm:cxn modelId="{E2CE73C4-5D84-4D4C-9F10-7288F6ED0B5D}" type="presParOf" srcId="{B946FABA-9FAB-4A54-A5B1-2A215CFC5A22}" destId="{58800C1C-7298-4329-8632-70CCF7D357CE}" srcOrd="0" destOrd="0" presId="urn:microsoft.com/office/officeart/2005/8/layout/vProcess5"/>
    <dgm:cxn modelId="{98675314-406B-4373-A34B-A5B1B2BED65C}" type="presParOf" srcId="{B946FABA-9FAB-4A54-A5B1-2A215CFC5A22}" destId="{43077693-3A37-41ED-BAA0-9F9E09A7142E}" srcOrd="1" destOrd="0" presId="urn:microsoft.com/office/officeart/2005/8/layout/vProcess5"/>
    <dgm:cxn modelId="{1F060F1C-43B7-4145-9CAC-56FB35076107}" type="presParOf" srcId="{B946FABA-9FAB-4A54-A5B1-2A215CFC5A22}" destId="{81C57CFD-FA6E-47D6-AFB8-1F675B37992B}" srcOrd="2" destOrd="0" presId="urn:microsoft.com/office/officeart/2005/8/layout/vProcess5"/>
    <dgm:cxn modelId="{B225A5E4-5CD8-4A9A-9FAF-8875C4CE34B2}" type="presParOf" srcId="{B946FABA-9FAB-4A54-A5B1-2A215CFC5A22}" destId="{811EC7E2-E598-4418-8858-18CD34DA3727}" srcOrd="3" destOrd="0" presId="urn:microsoft.com/office/officeart/2005/8/layout/vProcess5"/>
    <dgm:cxn modelId="{F0F5007D-9C23-42DB-A37A-0640DB7483FF}" type="presParOf" srcId="{B946FABA-9FAB-4A54-A5B1-2A215CFC5A22}" destId="{A94934F7-1A86-4834-9A40-FC6C02EA0D28}" srcOrd="4" destOrd="0" presId="urn:microsoft.com/office/officeart/2005/8/layout/vProcess5"/>
    <dgm:cxn modelId="{19ECB8B3-4B94-41EF-A3D6-00F5377E63FF}" type="presParOf" srcId="{B946FABA-9FAB-4A54-A5B1-2A215CFC5A22}" destId="{7C5C4E92-3426-4E98-BCCD-CD8BF8559BAE}" srcOrd="5" destOrd="0" presId="urn:microsoft.com/office/officeart/2005/8/layout/vProcess5"/>
    <dgm:cxn modelId="{A4CC4693-A01B-4CE5-B302-B75171B7CC19}" type="presParOf" srcId="{B946FABA-9FAB-4A54-A5B1-2A215CFC5A22}" destId="{14AA6AED-C94D-4B71-9F5D-100F3172CEC2}" srcOrd="6" destOrd="0" presId="urn:microsoft.com/office/officeart/2005/8/layout/vProcess5"/>
    <dgm:cxn modelId="{27B84163-E7DA-4CE9-8D0E-CFE7D3396A9B}" type="presParOf" srcId="{B946FABA-9FAB-4A54-A5B1-2A215CFC5A22}" destId="{55C71E6B-73A9-4454-B096-F6D01413058D}" srcOrd="7" destOrd="0" presId="urn:microsoft.com/office/officeart/2005/8/layout/vProcess5"/>
    <dgm:cxn modelId="{11E62316-0EB5-4E5F-9777-BE91CDB9454E}" type="presParOf" srcId="{B946FABA-9FAB-4A54-A5B1-2A215CFC5A22}" destId="{5D1C1F62-C033-4259-895F-7DF8CE0E97A3}" srcOrd="8" destOrd="0" presId="urn:microsoft.com/office/officeart/2005/8/layout/vProcess5"/>
    <dgm:cxn modelId="{C95F3937-C8AC-41EE-8EA9-AEF3136095EB}" type="presParOf" srcId="{B946FABA-9FAB-4A54-A5B1-2A215CFC5A22}" destId="{76DD7408-84BF-4DAD-B96A-A208D74EEFDB}" srcOrd="9" destOrd="0" presId="urn:microsoft.com/office/officeart/2005/8/layout/vProcess5"/>
    <dgm:cxn modelId="{EA56FCC7-337D-4DAD-865B-82B219E70D79}" type="presParOf" srcId="{B946FABA-9FAB-4A54-A5B1-2A215CFC5A22}" destId="{3D602A22-05AC-4A6C-9C34-F2764F3B3597}" srcOrd="10" destOrd="0" presId="urn:microsoft.com/office/officeart/2005/8/layout/vProcess5"/>
    <dgm:cxn modelId="{189B35AC-A552-4962-8E29-2ECCB90DFD41}" type="presParOf" srcId="{B946FABA-9FAB-4A54-A5B1-2A215CFC5A22}" destId="{8BDBF96A-2A99-4138-ADD2-DF6579AE49C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D2CB73-5A17-4967-AAC7-E4370D0C4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7901D5-0B76-4096-A00F-55744F95613C}">
      <dgm:prSet/>
      <dgm:spPr/>
      <dgm:t>
        <a:bodyPr/>
        <a:lstStyle/>
        <a:p>
          <a:r>
            <a:rPr lang="en-US" b="0" i="0" baseline="0"/>
            <a:t>The UK clearly dominates sales activity, showing deep market penetration and strong brand presence in the region.</a:t>
          </a:r>
          <a:endParaRPr lang="en-US"/>
        </a:p>
      </dgm:t>
    </dgm:pt>
    <dgm:pt modelId="{97C2075A-1FE0-485A-9F25-883618DD610C}" type="parTrans" cxnId="{A0E8218F-FE4C-4FE3-B38F-38A07E0A1C8D}">
      <dgm:prSet/>
      <dgm:spPr/>
      <dgm:t>
        <a:bodyPr/>
        <a:lstStyle/>
        <a:p>
          <a:endParaRPr lang="en-US"/>
        </a:p>
      </dgm:t>
    </dgm:pt>
    <dgm:pt modelId="{1EABAD2A-E3D5-47FE-AFAB-C21235C1B504}" type="sibTrans" cxnId="{A0E8218F-FE4C-4FE3-B38F-38A07E0A1C8D}">
      <dgm:prSet/>
      <dgm:spPr/>
      <dgm:t>
        <a:bodyPr/>
        <a:lstStyle/>
        <a:p>
          <a:endParaRPr lang="en-US"/>
        </a:p>
      </dgm:t>
    </dgm:pt>
    <dgm:pt modelId="{9EE42E38-A9E2-468B-B79F-A5FCA0B5AC04}">
      <dgm:prSet/>
      <dgm:spPr/>
      <dgm:t>
        <a:bodyPr/>
        <a:lstStyle/>
        <a:p>
          <a:r>
            <a:rPr lang="en-US" b="0" i="0" baseline="0"/>
            <a:t>Other countries show much lower transaction volumes, highlighting untapped or under-served markets.</a:t>
          </a:r>
          <a:endParaRPr lang="en-US"/>
        </a:p>
      </dgm:t>
    </dgm:pt>
    <dgm:pt modelId="{C03B59E3-F150-4DCC-9F00-FD0AA399F8D3}" type="parTrans" cxnId="{1EDDA96A-F453-4B1A-97CF-89472654F1F0}">
      <dgm:prSet/>
      <dgm:spPr/>
      <dgm:t>
        <a:bodyPr/>
        <a:lstStyle/>
        <a:p>
          <a:endParaRPr lang="en-US"/>
        </a:p>
      </dgm:t>
    </dgm:pt>
    <dgm:pt modelId="{B7FC934C-8F52-42CB-8373-6F54E0A32BBC}" type="sibTrans" cxnId="{1EDDA96A-F453-4B1A-97CF-89472654F1F0}">
      <dgm:prSet/>
      <dgm:spPr/>
      <dgm:t>
        <a:bodyPr/>
        <a:lstStyle/>
        <a:p>
          <a:endParaRPr lang="en-US"/>
        </a:p>
      </dgm:t>
    </dgm:pt>
    <dgm:pt modelId="{1C2CD780-6230-4B8E-BCAC-2537DCB8C96D}">
      <dgm:prSet/>
      <dgm:spPr/>
      <dgm:t>
        <a:bodyPr/>
        <a:lstStyle/>
        <a:p>
          <a:r>
            <a:rPr lang="en-US" b="0" i="0" baseline="0" dirty="0"/>
            <a:t>This imbalance indicates both a risk (dependency on one market) and an opportunity (scope for global expansion).</a:t>
          </a:r>
          <a:endParaRPr lang="en-US" dirty="0"/>
        </a:p>
      </dgm:t>
    </dgm:pt>
    <dgm:pt modelId="{F2750562-B0CE-48F6-A20B-D6A43EBC22D7}" type="parTrans" cxnId="{D290E5F0-2996-4F07-9D56-2348F5468157}">
      <dgm:prSet/>
      <dgm:spPr/>
      <dgm:t>
        <a:bodyPr/>
        <a:lstStyle/>
        <a:p>
          <a:endParaRPr lang="en-US"/>
        </a:p>
      </dgm:t>
    </dgm:pt>
    <dgm:pt modelId="{11DD1D52-95CA-493E-AEE7-A8CF64C5D433}" type="sibTrans" cxnId="{D290E5F0-2996-4F07-9D56-2348F5468157}">
      <dgm:prSet/>
      <dgm:spPr/>
      <dgm:t>
        <a:bodyPr/>
        <a:lstStyle/>
        <a:p>
          <a:endParaRPr lang="en-US"/>
        </a:p>
      </dgm:t>
    </dgm:pt>
    <dgm:pt modelId="{2CC64A60-47BD-4458-97B9-7607AA52A9E6}">
      <dgm:prSet/>
      <dgm:spPr/>
      <dgm:t>
        <a:bodyPr/>
        <a:lstStyle/>
        <a:p>
          <a:r>
            <a:rPr lang="en-US" b="0" i="0" baseline="0"/>
            <a:t>Strengthening marketing, product distribution, or partnerships in countries like Germany or France could diversify revenue streams.</a:t>
          </a:r>
          <a:endParaRPr lang="en-US"/>
        </a:p>
      </dgm:t>
    </dgm:pt>
    <dgm:pt modelId="{A64E1D41-493B-4B6D-AF5C-E1569E6B82EC}" type="parTrans" cxnId="{6EAE10E7-C407-4405-BC65-630C5C24CBBC}">
      <dgm:prSet/>
      <dgm:spPr/>
      <dgm:t>
        <a:bodyPr/>
        <a:lstStyle/>
        <a:p>
          <a:endParaRPr lang="en-US"/>
        </a:p>
      </dgm:t>
    </dgm:pt>
    <dgm:pt modelId="{D937C275-E83D-4AD9-A393-DEE0C1D85946}" type="sibTrans" cxnId="{6EAE10E7-C407-4405-BC65-630C5C24CBBC}">
      <dgm:prSet/>
      <dgm:spPr/>
      <dgm:t>
        <a:bodyPr/>
        <a:lstStyle/>
        <a:p>
          <a:endParaRPr lang="en-US"/>
        </a:p>
      </dgm:t>
    </dgm:pt>
    <dgm:pt modelId="{01B5539D-1ECF-41C9-89CA-E80FF50A5992}" type="pres">
      <dgm:prSet presAssocID="{58D2CB73-5A17-4967-AAC7-E4370D0C4503}" presName="vert0" presStyleCnt="0">
        <dgm:presLayoutVars>
          <dgm:dir/>
          <dgm:animOne val="branch"/>
          <dgm:animLvl val="lvl"/>
        </dgm:presLayoutVars>
      </dgm:prSet>
      <dgm:spPr/>
    </dgm:pt>
    <dgm:pt modelId="{22C65051-047A-4698-9A89-E37BDCD5988F}" type="pres">
      <dgm:prSet presAssocID="{D07901D5-0B76-4096-A00F-55744F95613C}" presName="thickLine" presStyleLbl="alignNode1" presStyleIdx="0" presStyleCnt="4"/>
      <dgm:spPr/>
    </dgm:pt>
    <dgm:pt modelId="{A35231A1-CC44-4C59-BC5C-E404BE07B058}" type="pres">
      <dgm:prSet presAssocID="{D07901D5-0B76-4096-A00F-55744F95613C}" presName="horz1" presStyleCnt="0"/>
      <dgm:spPr/>
    </dgm:pt>
    <dgm:pt modelId="{1CA537C1-F332-4BCA-A59B-E7DF86C165A8}" type="pres">
      <dgm:prSet presAssocID="{D07901D5-0B76-4096-A00F-55744F95613C}" presName="tx1" presStyleLbl="revTx" presStyleIdx="0" presStyleCnt="4"/>
      <dgm:spPr/>
    </dgm:pt>
    <dgm:pt modelId="{D207C0A6-47C2-48A4-AD35-88AFFBC2A73E}" type="pres">
      <dgm:prSet presAssocID="{D07901D5-0B76-4096-A00F-55744F95613C}" presName="vert1" presStyleCnt="0"/>
      <dgm:spPr/>
    </dgm:pt>
    <dgm:pt modelId="{2CCFF954-6A33-4852-828F-E245F999C09A}" type="pres">
      <dgm:prSet presAssocID="{9EE42E38-A9E2-468B-B79F-A5FCA0B5AC04}" presName="thickLine" presStyleLbl="alignNode1" presStyleIdx="1" presStyleCnt="4"/>
      <dgm:spPr/>
    </dgm:pt>
    <dgm:pt modelId="{59ADD02D-1111-45C3-B8A2-1AF3CB97276F}" type="pres">
      <dgm:prSet presAssocID="{9EE42E38-A9E2-468B-B79F-A5FCA0B5AC04}" presName="horz1" presStyleCnt="0"/>
      <dgm:spPr/>
    </dgm:pt>
    <dgm:pt modelId="{417F7EA5-B031-4F61-84B5-A6406AB44063}" type="pres">
      <dgm:prSet presAssocID="{9EE42E38-A9E2-468B-B79F-A5FCA0B5AC04}" presName="tx1" presStyleLbl="revTx" presStyleIdx="1" presStyleCnt="4"/>
      <dgm:spPr/>
    </dgm:pt>
    <dgm:pt modelId="{6D59A226-F8B6-4099-9008-C6FB8617FE32}" type="pres">
      <dgm:prSet presAssocID="{9EE42E38-A9E2-468B-B79F-A5FCA0B5AC04}" presName="vert1" presStyleCnt="0"/>
      <dgm:spPr/>
    </dgm:pt>
    <dgm:pt modelId="{B19D78CC-B36B-4B8B-8790-3797369B66FB}" type="pres">
      <dgm:prSet presAssocID="{1C2CD780-6230-4B8E-BCAC-2537DCB8C96D}" presName="thickLine" presStyleLbl="alignNode1" presStyleIdx="2" presStyleCnt="4"/>
      <dgm:spPr/>
    </dgm:pt>
    <dgm:pt modelId="{4680D93A-869C-4AF5-940B-761C4C5501EC}" type="pres">
      <dgm:prSet presAssocID="{1C2CD780-6230-4B8E-BCAC-2537DCB8C96D}" presName="horz1" presStyleCnt="0"/>
      <dgm:spPr/>
    </dgm:pt>
    <dgm:pt modelId="{093573A0-F37C-4B9F-BA6F-521A79FCE155}" type="pres">
      <dgm:prSet presAssocID="{1C2CD780-6230-4B8E-BCAC-2537DCB8C96D}" presName="tx1" presStyleLbl="revTx" presStyleIdx="2" presStyleCnt="4"/>
      <dgm:spPr/>
    </dgm:pt>
    <dgm:pt modelId="{504CA612-1F57-43E2-99CC-2FD568C6BE3C}" type="pres">
      <dgm:prSet presAssocID="{1C2CD780-6230-4B8E-BCAC-2537DCB8C96D}" presName="vert1" presStyleCnt="0"/>
      <dgm:spPr/>
    </dgm:pt>
    <dgm:pt modelId="{D9EA9E4D-282F-48E4-BFC3-479286C93A7D}" type="pres">
      <dgm:prSet presAssocID="{2CC64A60-47BD-4458-97B9-7607AA52A9E6}" presName="thickLine" presStyleLbl="alignNode1" presStyleIdx="3" presStyleCnt="4"/>
      <dgm:spPr/>
    </dgm:pt>
    <dgm:pt modelId="{7243419D-7417-4CC6-9B03-C1237975E236}" type="pres">
      <dgm:prSet presAssocID="{2CC64A60-47BD-4458-97B9-7607AA52A9E6}" presName="horz1" presStyleCnt="0"/>
      <dgm:spPr/>
    </dgm:pt>
    <dgm:pt modelId="{66C77263-57A9-4448-870B-1AE792F115EA}" type="pres">
      <dgm:prSet presAssocID="{2CC64A60-47BD-4458-97B9-7607AA52A9E6}" presName="tx1" presStyleLbl="revTx" presStyleIdx="3" presStyleCnt="4"/>
      <dgm:spPr/>
    </dgm:pt>
    <dgm:pt modelId="{58DC2FFE-F123-4347-AD42-19A8C0854541}" type="pres">
      <dgm:prSet presAssocID="{2CC64A60-47BD-4458-97B9-7607AA52A9E6}" presName="vert1" presStyleCnt="0"/>
      <dgm:spPr/>
    </dgm:pt>
  </dgm:ptLst>
  <dgm:cxnLst>
    <dgm:cxn modelId="{93917501-81CB-4AEE-9623-F184427EE5E2}" type="presOf" srcId="{9EE42E38-A9E2-468B-B79F-A5FCA0B5AC04}" destId="{417F7EA5-B031-4F61-84B5-A6406AB44063}" srcOrd="0" destOrd="0" presId="urn:microsoft.com/office/officeart/2008/layout/LinedList"/>
    <dgm:cxn modelId="{6CD37319-B8B5-4961-A732-B49E3B5347FD}" type="presOf" srcId="{D07901D5-0B76-4096-A00F-55744F95613C}" destId="{1CA537C1-F332-4BCA-A59B-E7DF86C165A8}" srcOrd="0" destOrd="0" presId="urn:microsoft.com/office/officeart/2008/layout/LinedList"/>
    <dgm:cxn modelId="{1EDDA96A-F453-4B1A-97CF-89472654F1F0}" srcId="{58D2CB73-5A17-4967-AAC7-E4370D0C4503}" destId="{9EE42E38-A9E2-468B-B79F-A5FCA0B5AC04}" srcOrd="1" destOrd="0" parTransId="{C03B59E3-F150-4DCC-9F00-FD0AA399F8D3}" sibTransId="{B7FC934C-8F52-42CB-8373-6F54E0A32BBC}"/>
    <dgm:cxn modelId="{7F48197A-9095-4E6B-A64E-F2AF15E6996F}" type="presOf" srcId="{58D2CB73-5A17-4967-AAC7-E4370D0C4503}" destId="{01B5539D-1ECF-41C9-89CA-E80FF50A5992}" srcOrd="0" destOrd="0" presId="urn:microsoft.com/office/officeart/2008/layout/LinedList"/>
    <dgm:cxn modelId="{A0E8218F-FE4C-4FE3-B38F-38A07E0A1C8D}" srcId="{58D2CB73-5A17-4967-AAC7-E4370D0C4503}" destId="{D07901D5-0B76-4096-A00F-55744F95613C}" srcOrd="0" destOrd="0" parTransId="{97C2075A-1FE0-485A-9F25-883618DD610C}" sibTransId="{1EABAD2A-E3D5-47FE-AFAB-C21235C1B504}"/>
    <dgm:cxn modelId="{C2C9FFAB-E4B1-4993-A293-2F06A5FEF498}" type="presOf" srcId="{1C2CD780-6230-4B8E-BCAC-2537DCB8C96D}" destId="{093573A0-F37C-4B9F-BA6F-521A79FCE155}" srcOrd="0" destOrd="0" presId="urn:microsoft.com/office/officeart/2008/layout/LinedList"/>
    <dgm:cxn modelId="{6EAE10E7-C407-4405-BC65-630C5C24CBBC}" srcId="{58D2CB73-5A17-4967-AAC7-E4370D0C4503}" destId="{2CC64A60-47BD-4458-97B9-7607AA52A9E6}" srcOrd="3" destOrd="0" parTransId="{A64E1D41-493B-4B6D-AF5C-E1569E6B82EC}" sibTransId="{D937C275-E83D-4AD9-A393-DEE0C1D85946}"/>
    <dgm:cxn modelId="{D290E5F0-2996-4F07-9D56-2348F5468157}" srcId="{58D2CB73-5A17-4967-AAC7-E4370D0C4503}" destId="{1C2CD780-6230-4B8E-BCAC-2537DCB8C96D}" srcOrd="2" destOrd="0" parTransId="{F2750562-B0CE-48F6-A20B-D6A43EBC22D7}" sibTransId="{11DD1D52-95CA-493E-AEE7-A8CF64C5D433}"/>
    <dgm:cxn modelId="{7CE69DFD-5608-4F57-A1F7-F0FAB488FD13}" type="presOf" srcId="{2CC64A60-47BD-4458-97B9-7607AA52A9E6}" destId="{66C77263-57A9-4448-870B-1AE792F115EA}" srcOrd="0" destOrd="0" presId="urn:microsoft.com/office/officeart/2008/layout/LinedList"/>
    <dgm:cxn modelId="{EA4621AC-95E9-4519-B048-70D563B4C8FB}" type="presParOf" srcId="{01B5539D-1ECF-41C9-89CA-E80FF50A5992}" destId="{22C65051-047A-4698-9A89-E37BDCD5988F}" srcOrd="0" destOrd="0" presId="urn:microsoft.com/office/officeart/2008/layout/LinedList"/>
    <dgm:cxn modelId="{94932415-2880-4CC5-9694-5DDE068CCF28}" type="presParOf" srcId="{01B5539D-1ECF-41C9-89CA-E80FF50A5992}" destId="{A35231A1-CC44-4C59-BC5C-E404BE07B058}" srcOrd="1" destOrd="0" presId="urn:microsoft.com/office/officeart/2008/layout/LinedList"/>
    <dgm:cxn modelId="{26E55162-B0FD-4B7E-836B-65AD1C041EBE}" type="presParOf" srcId="{A35231A1-CC44-4C59-BC5C-E404BE07B058}" destId="{1CA537C1-F332-4BCA-A59B-E7DF86C165A8}" srcOrd="0" destOrd="0" presId="urn:microsoft.com/office/officeart/2008/layout/LinedList"/>
    <dgm:cxn modelId="{40726DAF-FA4F-4D55-86B2-5B5AD262E94D}" type="presParOf" srcId="{A35231A1-CC44-4C59-BC5C-E404BE07B058}" destId="{D207C0A6-47C2-48A4-AD35-88AFFBC2A73E}" srcOrd="1" destOrd="0" presId="urn:microsoft.com/office/officeart/2008/layout/LinedList"/>
    <dgm:cxn modelId="{5A9B12F4-3B18-4D00-923C-D4166C125AB2}" type="presParOf" srcId="{01B5539D-1ECF-41C9-89CA-E80FF50A5992}" destId="{2CCFF954-6A33-4852-828F-E245F999C09A}" srcOrd="2" destOrd="0" presId="urn:microsoft.com/office/officeart/2008/layout/LinedList"/>
    <dgm:cxn modelId="{09260A71-3D0E-4298-9572-2D57E4E3A615}" type="presParOf" srcId="{01B5539D-1ECF-41C9-89CA-E80FF50A5992}" destId="{59ADD02D-1111-45C3-B8A2-1AF3CB97276F}" srcOrd="3" destOrd="0" presId="urn:microsoft.com/office/officeart/2008/layout/LinedList"/>
    <dgm:cxn modelId="{9CBFC90B-BEB7-4D87-BDFC-4154D9CE8A3E}" type="presParOf" srcId="{59ADD02D-1111-45C3-B8A2-1AF3CB97276F}" destId="{417F7EA5-B031-4F61-84B5-A6406AB44063}" srcOrd="0" destOrd="0" presId="urn:microsoft.com/office/officeart/2008/layout/LinedList"/>
    <dgm:cxn modelId="{61670F67-7469-422D-A02B-B7216FA9C5A0}" type="presParOf" srcId="{59ADD02D-1111-45C3-B8A2-1AF3CB97276F}" destId="{6D59A226-F8B6-4099-9008-C6FB8617FE32}" srcOrd="1" destOrd="0" presId="urn:microsoft.com/office/officeart/2008/layout/LinedList"/>
    <dgm:cxn modelId="{C03D9B17-6B8E-4AF8-958E-6619BB93E525}" type="presParOf" srcId="{01B5539D-1ECF-41C9-89CA-E80FF50A5992}" destId="{B19D78CC-B36B-4B8B-8790-3797369B66FB}" srcOrd="4" destOrd="0" presId="urn:microsoft.com/office/officeart/2008/layout/LinedList"/>
    <dgm:cxn modelId="{1C92A55D-187B-4767-8FE6-88330A98E3D0}" type="presParOf" srcId="{01B5539D-1ECF-41C9-89CA-E80FF50A5992}" destId="{4680D93A-869C-4AF5-940B-761C4C5501EC}" srcOrd="5" destOrd="0" presId="urn:microsoft.com/office/officeart/2008/layout/LinedList"/>
    <dgm:cxn modelId="{001DE924-DACA-44E7-80EE-508A35D5A9D1}" type="presParOf" srcId="{4680D93A-869C-4AF5-940B-761C4C5501EC}" destId="{093573A0-F37C-4B9F-BA6F-521A79FCE155}" srcOrd="0" destOrd="0" presId="urn:microsoft.com/office/officeart/2008/layout/LinedList"/>
    <dgm:cxn modelId="{246920EF-068B-48DC-BEB2-E29EBA80929D}" type="presParOf" srcId="{4680D93A-869C-4AF5-940B-761C4C5501EC}" destId="{504CA612-1F57-43E2-99CC-2FD568C6BE3C}" srcOrd="1" destOrd="0" presId="urn:microsoft.com/office/officeart/2008/layout/LinedList"/>
    <dgm:cxn modelId="{3AC40BA8-FE33-4B6F-AFF3-90E013763690}" type="presParOf" srcId="{01B5539D-1ECF-41C9-89CA-E80FF50A5992}" destId="{D9EA9E4D-282F-48E4-BFC3-479286C93A7D}" srcOrd="6" destOrd="0" presId="urn:microsoft.com/office/officeart/2008/layout/LinedList"/>
    <dgm:cxn modelId="{C895A448-1CDD-4842-A8B6-E2DA514B7D5E}" type="presParOf" srcId="{01B5539D-1ECF-41C9-89CA-E80FF50A5992}" destId="{7243419D-7417-4CC6-9B03-C1237975E236}" srcOrd="7" destOrd="0" presId="urn:microsoft.com/office/officeart/2008/layout/LinedList"/>
    <dgm:cxn modelId="{340A3E38-9DDF-47C3-9FBD-2536218A8B92}" type="presParOf" srcId="{7243419D-7417-4CC6-9B03-C1237975E236}" destId="{66C77263-57A9-4448-870B-1AE792F115EA}" srcOrd="0" destOrd="0" presId="urn:microsoft.com/office/officeart/2008/layout/LinedList"/>
    <dgm:cxn modelId="{BB8846D2-BDC7-41FD-9EAF-55BC1EBDC686}" type="presParOf" srcId="{7243419D-7417-4CC6-9B03-C1237975E236}" destId="{58DC2FFE-F123-4347-AD42-19A8C08545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9BF708-3BB4-409F-8CC9-3CAA032408C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AF798E-B65B-4D69-8F5C-2CCA63FAD8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Exceptionally high return rates (100–700%) point to severe product issues — these may include incorrect listings, product mismatches, wrong shipments, or poor quality.</a:t>
          </a:r>
        </a:p>
      </dgm:t>
    </dgm:pt>
    <dgm:pt modelId="{7EE7AD7A-4BA2-4174-9B79-5D967F329943}" type="parTrans" cxnId="{9647504B-2C7D-4AA9-8F07-DE1F814A56C0}">
      <dgm:prSet/>
      <dgm:spPr/>
      <dgm:t>
        <a:bodyPr/>
        <a:lstStyle/>
        <a:p>
          <a:endParaRPr lang="en-US"/>
        </a:p>
      </dgm:t>
    </dgm:pt>
    <dgm:pt modelId="{6EFFB5CD-8E56-4239-8555-89E08BC8DD3D}" type="sibTrans" cxnId="{9647504B-2C7D-4AA9-8F07-DE1F814A56C0}">
      <dgm:prSet/>
      <dgm:spPr/>
      <dgm:t>
        <a:bodyPr/>
        <a:lstStyle/>
        <a:p>
          <a:endParaRPr lang="en-US"/>
        </a:p>
      </dgm:t>
    </dgm:pt>
    <dgm:pt modelId="{003A1A9D-2D94-470E-A21E-4F586AB286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High-return items not only reduce profitability but also impact customer trust and operational efficiency.</a:t>
          </a:r>
        </a:p>
      </dgm:t>
    </dgm:pt>
    <dgm:pt modelId="{324F5644-CE39-4535-B8DC-4B3BA7334022}" type="parTrans" cxnId="{6D4E03BA-73EF-4BD5-A31D-72D38A6EF450}">
      <dgm:prSet/>
      <dgm:spPr/>
      <dgm:t>
        <a:bodyPr/>
        <a:lstStyle/>
        <a:p>
          <a:endParaRPr lang="en-US"/>
        </a:p>
      </dgm:t>
    </dgm:pt>
    <dgm:pt modelId="{6F920116-AEE4-4F58-9BEA-C58001118F5D}" type="sibTrans" cxnId="{6D4E03BA-73EF-4BD5-A31D-72D38A6EF450}">
      <dgm:prSet/>
      <dgm:spPr/>
      <dgm:t>
        <a:bodyPr/>
        <a:lstStyle/>
        <a:p>
          <a:endParaRPr lang="en-US"/>
        </a:p>
      </dgm:t>
    </dgm:pt>
    <dgm:pt modelId="{9C34D085-9EDD-4529-8288-BDA60F6BBD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cluster of SKUs with consistently high returns suggests systemic issues rather than isolated events.</a:t>
          </a:r>
        </a:p>
      </dgm:t>
    </dgm:pt>
    <dgm:pt modelId="{DEB4A870-336F-44E1-BC04-0455EE606FD0}" type="parTrans" cxnId="{F3F272BC-9CB0-4CD2-9C87-58F2EA641F7E}">
      <dgm:prSet/>
      <dgm:spPr/>
      <dgm:t>
        <a:bodyPr/>
        <a:lstStyle/>
        <a:p>
          <a:endParaRPr lang="en-US"/>
        </a:p>
      </dgm:t>
    </dgm:pt>
    <dgm:pt modelId="{A4E50858-7EAC-4486-A6D3-E390F36DED89}" type="sibTrans" cxnId="{F3F272BC-9CB0-4CD2-9C87-58F2EA641F7E}">
      <dgm:prSet/>
      <dgm:spPr/>
      <dgm:t>
        <a:bodyPr/>
        <a:lstStyle/>
        <a:p>
          <a:endParaRPr lang="en-US"/>
        </a:p>
      </dgm:t>
    </dgm:pt>
    <dgm:pt modelId="{6BC4E610-F5EA-4B07-954F-D14833900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Immediate corrective action is needed,  reviewing product descriptions, supplier consistency, logistics handling, and order accuracy.</a:t>
          </a:r>
        </a:p>
      </dgm:t>
    </dgm:pt>
    <dgm:pt modelId="{E672EE68-FD97-4313-BB1C-2CB2BF94B8C3}" type="parTrans" cxnId="{2E079CB3-0048-4822-8902-D58D0348BA93}">
      <dgm:prSet/>
      <dgm:spPr/>
      <dgm:t>
        <a:bodyPr/>
        <a:lstStyle/>
        <a:p>
          <a:endParaRPr lang="en-US"/>
        </a:p>
      </dgm:t>
    </dgm:pt>
    <dgm:pt modelId="{8037BECF-CEE8-4283-8E24-9835886C4217}" type="sibTrans" cxnId="{2E079CB3-0048-4822-8902-D58D0348BA93}">
      <dgm:prSet/>
      <dgm:spPr/>
      <dgm:t>
        <a:bodyPr/>
        <a:lstStyle/>
        <a:p>
          <a:endParaRPr lang="en-US"/>
        </a:p>
      </dgm:t>
    </dgm:pt>
    <dgm:pt modelId="{F17505BE-607D-46D6-829C-08407D99B1EA}" type="pres">
      <dgm:prSet presAssocID="{959BF708-3BB4-409F-8CC9-3CAA032408CB}" presName="root" presStyleCnt="0">
        <dgm:presLayoutVars>
          <dgm:dir/>
          <dgm:resizeHandles val="exact"/>
        </dgm:presLayoutVars>
      </dgm:prSet>
      <dgm:spPr/>
    </dgm:pt>
    <dgm:pt modelId="{2ED1BE5B-24D9-4755-A8A4-BBD307CB9648}" type="pres">
      <dgm:prSet presAssocID="{F1AF798E-B65B-4D69-8F5C-2CCA63FAD8EA}" presName="compNode" presStyleCnt="0"/>
      <dgm:spPr/>
    </dgm:pt>
    <dgm:pt modelId="{9F77A2DD-999A-4BD8-BBF6-FD49F7D1CEC6}" type="pres">
      <dgm:prSet presAssocID="{F1AF798E-B65B-4D69-8F5C-2CCA63FAD8EA}" presName="bgRect" presStyleLbl="bgShp" presStyleIdx="0" presStyleCnt="4"/>
      <dgm:spPr/>
    </dgm:pt>
    <dgm:pt modelId="{106781C4-963B-447E-BF8B-53191CCCB5E2}" type="pres">
      <dgm:prSet presAssocID="{F1AF798E-B65B-4D69-8F5C-2CCA63FAD8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550C925E-8692-4D8B-8716-6E170A465E5B}" type="pres">
      <dgm:prSet presAssocID="{F1AF798E-B65B-4D69-8F5C-2CCA63FAD8EA}" presName="spaceRect" presStyleCnt="0"/>
      <dgm:spPr/>
    </dgm:pt>
    <dgm:pt modelId="{815633C6-2069-48F9-B811-4B430BAC6102}" type="pres">
      <dgm:prSet presAssocID="{F1AF798E-B65B-4D69-8F5C-2CCA63FAD8EA}" presName="parTx" presStyleLbl="revTx" presStyleIdx="0" presStyleCnt="4">
        <dgm:presLayoutVars>
          <dgm:chMax val="0"/>
          <dgm:chPref val="0"/>
        </dgm:presLayoutVars>
      </dgm:prSet>
      <dgm:spPr/>
    </dgm:pt>
    <dgm:pt modelId="{58703EC7-101E-4565-8434-E801E5F76ADF}" type="pres">
      <dgm:prSet presAssocID="{6EFFB5CD-8E56-4239-8555-89E08BC8DD3D}" presName="sibTrans" presStyleCnt="0"/>
      <dgm:spPr/>
    </dgm:pt>
    <dgm:pt modelId="{CB4EB6C4-4AE8-4E3C-B3C6-254139C78B07}" type="pres">
      <dgm:prSet presAssocID="{003A1A9D-2D94-470E-A21E-4F586AB28682}" presName="compNode" presStyleCnt="0"/>
      <dgm:spPr/>
    </dgm:pt>
    <dgm:pt modelId="{D08BAADE-DC7A-4511-BC0D-210B03F8F948}" type="pres">
      <dgm:prSet presAssocID="{003A1A9D-2D94-470E-A21E-4F586AB28682}" presName="bgRect" presStyleLbl="bgShp" presStyleIdx="1" presStyleCnt="4"/>
      <dgm:spPr/>
    </dgm:pt>
    <dgm:pt modelId="{222C94CB-24F7-4FA8-81BA-7D34350351EE}" type="pres">
      <dgm:prSet presAssocID="{003A1A9D-2D94-470E-A21E-4F586AB286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1A1837B-AAF4-46CD-BF3C-EC0B176AFDD6}" type="pres">
      <dgm:prSet presAssocID="{003A1A9D-2D94-470E-A21E-4F586AB28682}" presName="spaceRect" presStyleCnt="0"/>
      <dgm:spPr/>
    </dgm:pt>
    <dgm:pt modelId="{C55C443E-309A-4ED4-9EFE-36C3AD87628F}" type="pres">
      <dgm:prSet presAssocID="{003A1A9D-2D94-470E-A21E-4F586AB28682}" presName="parTx" presStyleLbl="revTx" presStyleIdx="1" presStyleCnt="4">
        <dgm:presLayoutVars>
          <dgm:chMax val="0"/>
          <dgm:chPref val="0"/>
        </dgm:presLayoutVars>
      </dgm:prSet>
      <dgm:spPr/>
    </dgm:pt>
    <dgm:pt modelId="{66726301-5D01-47E2-8345-0FE457A2D573}" type="pres">
      <dgm:prSet presAssocID="{6F920116-AEE4-4F58-9BEA-C58001118F5D}" presName="sibTrans" presStyleCnt="0"/>
      <dgm:spPr/>
    </dgm:pt>
    <dgm:pt modelId="{475774AC-7F25-4FF2-8E28-66796FB27A28}" type="pres">
      <dgm:prSet presAssocID="{9C34D085-9EDD-4529-8288-BDA60F6BBD74}" presName="compNode" presStyleCnt="0"/>
      <dgm:spPr/>
    </dgm:pt>
    <dgm:pt modelId="{0A64B282-881C-4BAF-9AB6-2B7CB14C959A}" type="pres">
      <dgm:prSet presAssocID="{9C34D085-9EDD-4529-8288-BDA60F6BBD74}" presName="bgRect" presStyleLbl="bgShp" presStyleIdx="2" presStyleCnt="4"/>
      <dgm:spPr/>
    </dgm:pt>
    <dgm:pt modelId="{743BB239-BA07-489D-A3B0-0E1D08729082}" type="pres">
      <dgm:prSet presAssocID="{9C34D085-9EDD-4529-8288-BDA60F6BBD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437D7D2F-CD1C-4FCD-98A1-ED9B3FC57B86}" type="pres">
      <dgm:prSet presAssocID="{9C34D085-9EDD-4529-8288-BDA60F6BBD74}" presName="spaceRect" presStyleCnt="0"/>
      <dgm:spPr/>
    </dgm:pt>
    <dgm:pt modelId="{F663EEFF-2B57-4B92-946D-4EAD9FD5C035}" type="pres">
      <dgm:prSet presAssocID="{9C34D085-9EDD-4529-8288-BDA60F6BBD74}" presName="parTx" presStyleLbl="revTx" presStyleIdx="2" presStyleCnt="4">
        <dgm:presLayoutVars>
          <dgm:chMax val="0"/>
          <dgm:chPref val="0"/>
        </dgm:presLayoutVars>
      </dgm:prSet>
      <dgm:spPr/>
    </dgm:pt>
    <dgm:pt modelId="{C9AD028A-6170-472C-9AD9-4AFA9C112A22}" type="pres">
      <dgm:prSet presAssocID="{A4E50858-7EAC-4486-A6D3-E390F36DED89}" presName="sibTrans" presStyleCnt="0"/>
      <dgm:spPr/>
    </dgm:pt>
    <dgm:pt modelId="{62EF9213-D85A-4D1B-A7B2-BF033B85D8D2}" type="pres">
      <dgm:prSet presAssocID="{6BC4E610-F5EA-4B07-954F-D14833900331}" presName="compNode" presStyleCnt="0"/>
      <dgm:spPr/>
    </dgm:pt>
    <dgm:pt modelId="{34F410C0-E0FC-4368-ABEF-120C8CD6348D}" type="pres">
      <dgm:prSet presAssocID="{6BC4E610-F5EA-4B07-954F-D14833900331}" presName="bgRect" presStyleLbl="bgShp" presStyleIdx="3" presStyleCnt="4"/>
      <dgm:spPr/>
    </dgm:pt>
    <dgm:pt modelId="{DCCE4D33-96A5-48BD-A89C-2DB37F03636D}" type="pres">
      <dgm:prSet presAssocID="{6BC4E610-F5EA-4B07-954F-D148339003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42A527BA-22F9-4F8C-B25A-B5C80CCE2C18}" type="pres">
      <dgm:prSet presAssocID="{6BC4E610-F5EA-4B07-954F-D14833900331}" presName="spaceRect" presStyleCnt="0"/>
      <dgm:spPr/>
    </dgm:pt>
    <dgm:pt modelId="{8E85FD7F-8F58-43B9-A057-05F2413B3BB1}" type="pres">
      <dgm:prSet presAssocID="{6BC4E610-F5EA-4B07-954F-D1483390033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647504B-2C7D-4AA9-8F07-DE1F814A56C0}" srcId="{959BF708-3BB4-409F-8CC9-3CAA032408CB}" destId="{F1AF798E-B65B-4D69-8F5C-2CCA63FAD8EA}" srcOrd="0" destOrd="0" parTransId="{7EE7AD7A-4BA2-4174-9B79-5D967F329943}" sibTransId="{6EFFB5CD-8E56-4239-8555-89E08BC8DD3D}"/>
    <dgm:cxn modelId="{D477CF6D-F2CE-4F22-A67D-3041D439D657}" type="presOf" srcId="{F1AF798E-B65B-4D69-8F5C-2CCA63FAD8EA}" destId="{815633C6-2069-48F9-B811-4B430BAC6102}" srcOrd="0" destOrd="0" presId="urn:microsoft.com/office/officeart/2018/2/layout/IconVerticalSolidList"/>
    <dgm:cxn modelId="{0FB09674-A0F3-4C04-85FA-24E2BECA21E0}" type="presOf" srcId="{6BC4E610-F5EA-4B07-954F-D14833900331}" destId="{8E85FD7F-8F58-43B9-A057-05F2413B3BB1}" srcOrd="0" destOrd="0" presId="urn:microsoft.com/office/officeart/2018/2/layout/IconVerticalSolidList"/>
    <dgm:cxn modelId="{D6F2BA57-6697-49D4-9BE0-841634258C2C}" type="presOf" srcId="{003A1A9D-2D94-470E-A21E-4F586AB28682}" destId="{C55C443E-309A-4ED4-9EFE-36C3AD87628F}" srcOrd="0" destOrd="0" presId="urn:microsoft.com/office/officeart/2018/2/layout/IconVerticalSolidList"/>
    <dgm:cxn modelId="{2E079CB3-0048-4822-8902-D58D0348BA93}" srcId="{959BF708-3BB4-409F-8CC9-3CAA032408CB}" destId="{6BC4E610-F5EA-4B07-954F-D14833900331}" srcOrd="3" destOrd="0" parTransId="{E672EE68-FD97-4313-BB1C-2CB2BF94B8C3}" sibTransId="{8037BECF-CEE8-4283-8E24-9835886C4217}"/>
    <dgm:cxn modelId="{6D4E03BA-73EF-4BD5-A31D-72D38A6EF450}" srcId="{959BF708-3BB4-409F-8CC9-3CAA032408CB}" destId="{003A1A9D-2D94-470E-A21E-4F586AB28682}" srcOrd="1" destOrd="0" parTransId="{324F5644-CE39-4535-B8DC-4B3BA7334022}" sibTransId="{6F920116-AEE4-4F58-9BEA-C58001118F5D}"/>
    <dgm:cxn modelId="{F3F272BC-9CB0-4CD2-9C87-58F2EA641F7E}" srcId="{959BF708-3BB4-409F-8CC9-3CAA032408CB}" destId="{9C34D085-9EDD-4529-8288-BDA60F6BBD74}" srcOrd="2" destOrd="0" parTransId="{DEB4A870-336F-44E1-BC04-0455EE606FD0}" sibTransId="{A4E50858-7EAC-4486-A6D3-E390F36DED89}"/>
    <dgm:cxn modelId="{1489BACC-2DBF-4C52-8271-50606A815614}" type="presOf" srcId="{959BF708-3BB4-409F-8CC9-3CAA032408CB}" destId="{F17505BE-607D-46D6-829C-08407D99B1EA}" srcOrd="0" destOrd="0" presId="urn:microsoft.com/office/officeart/2018/2/layout/IconVerticalSolidList"/>
    <dgm:cxn modelId="{1BEEE2F6-7466-4CC4-8F69-C810EB1E1C32}" type="presOf" srcId="{9C34D085-9EDD-4529-8288-BDA60F6BBD74}" destId="{F663EEFF-2B57-4B92-946D-4EAD9FD5C035}" srcOrd="0" destOrd="0" presId="urn:microsoft.com/office/officeart/2018/2/layout/IconVerticalSolidList"/>
    <dgm:cxn modelId="{C9136F24-B91E-4184-9B68-9521A3F3EED3}" type="presParOf" srcId="{F17505BE-607D-46D6-829C-08407D99B1EA}" destId="{2ED1BE5B-24D9-4755-A8A4-BBD307CB9648}" srcOrd="0" destOrd="0" presId="urn:microsoft.com/office/officeart/2018/2/layout/IconVerticalSolidList"/>
    <dgm:cxn modelId="{CCB6C40E-8690-4FB5-9B1D-5AC93BCD6260}" type="presParOf" srcId="{2ED1BE5B-24D9-4755-A8A4-BBD307CB9648}" destId="{9F77A2DD-999A-4BD8-BBF6-FD49F7D1CEC6}" srcOrd="0" destOrd="0" presId="urn:microsoft.com/office/officeart/2018/2/layout/IconVerticalSolidList"/>
    <dgm:cxn modelId="{30FB8267-29F2-41B9-82AB-01D92A18FE84}" type="presParOf" srcId="{2ED1BE5B-24D9-4755-A8A4-BBD307CB9648}" destId="{106781C4-963B-447E-BF8B-53191CCCB5E2}" srcOrd="1" destOrd="0" presId="urn:microsoft.com/office/officeart/2018/2/layout/IconVerticalSolidList"/>
    <dgm:cxn modelId="{7ED3A242-6789-4C32-929A-2A1226378306}" type="presParOf" srcId="{2ED1BE5B-24D9-4755-A8A4-BBD307CB9648}" destId="{550C925E-8692-4D8B-8716-6E170A465E5B}" srcOrd="2" destOrd="0" presId="urn:microsoft.com/office/officeart/2018/2/layout/IconVerticalSolidList"/>
    <dgm:cxn modelId="{04EE3030-733F-4B2B-9664-7DE7AC1C67AA}" type="presParOf" srcId="{2ED1BE5B-24D9-4755-A8A4-BBD307CB9648}" destId="{815633C6-2069-48F9-B811-4B430BAC6102}" srcOrd="3" destOrd="0" presId="urn:microsoft.com/office/officeart/2018/2/layout/IconVerticalSolidList"/>
    <dgm:cxn modelId="{016F0B4C-9954-4B4C-99F4-3FC684D2A0DF}" type="presParOf" srcId="{F17505BE-607D-46D6-829C-08407D99B1EA}" destId="{58703EC7-101E-4565-8434-E801E5F76ADF}" srcOrd="1" destOrd="0" presId="urn:microsoft.com/office/officeart/2018/2/layout/IconVerticalSolidList"/>
    <dgm:cxn modelId="{537FF777-9998-4E1A-816E-94820036A276}" type="presParOf" srcId="{F17505BE-607D-46D6-829C-08407D99B1EA}" destId="{CB4EB6C4-4AE8-4E3C-B3C6-254139C78B07}" srcOrd="2" destOrd="0" presId="urn:microsoft.com/office/officeart/2018/2/layout/IconVerticalSolidList"/>
    <dgm:cxn modelId="{1F047A76-B778-48BD-A167-A2239CBEB472}" type="presParOf" srcId="{CB4EB6C4-4AE8-4E3C-B3C6-254139C78B07}" destId="{D08BAADE-DC7A-4511-BC0D-210B03F8F948}" srcOrd="0" destOrd="0" presId="urn:microsoft.com/office/officeart/2018/2/layout/IconVerticalSolidList"/>
    <dgm:cxn modelId="{F7E483BD-ACAF-44D9-AB9C-5C735FFE426C}" type="presParOf" srcId="{CB4EB6C4-4AE8-4E3C-B3C6-254139C78B07}" destId="{222C94CB-24F7-4FA8-81BA-7D34350351EE}" srcOrd="1" destOrd="0" presId="urn:microsoft.com/office/officeart/2018/2/layout/IconVerticalSolidList"/>
    <dgm:cxn modelId="{27A4C4D9-25CF-4D53-A82B-DDE124E946D2}" type="presParOf" srcId="{CB4EB6C4-4AE8-4E3C-B3C6-254139C78B07}" destId="{51A1837B-AAF4-46CD-BF3C-EC0B176AFDD6}" srcOrd="2" destOrd="0" presId="urn:microsoft.com/office/officeart/2018/2/layout/IconVerticalSolidList"/>
    <dgm:cxn modelId="{3D381CE4-451F-4AAC-A02C-85E04563C176}" type="presParOf" srcId="{CB4EB6C4-4AE8-4E3C-B3C6-254139C78B07}" destId="{C55C443E-309A-4ED4-9EFE-36C3AD87628F}" srcOrd="3" destOrd="0" presId="urn:microsoft.com/office/officeart/2018/2/layout/IconVerticalSolidList"/>
    <dgm:cxn modelId="{B84CD4BC-0459-4255-B8AB-3E4916493540}" type="presParOf" srcId="{F17505BE-607D-46D6-829C-08407D99B1EA}" destId="{66726301-5D01-47E2-8345-0FE457A2D573}" srcOrd="3" destOrd="0" presId="urn:microsoft.com/office/officeart/2018/2/layout/IconVerticalSolidList"/>
    <dgm:cxn modelId="{0F84D33C-724D-414B-90CA-D52028817B29}" type="presParOf" srcId="{F17505BE-607D-46D6-829C-08407D99B1EA}" destId="{475774AC-7F25-4FF2-8E28-66796FB27A28}" srcOrd="4" destOrd="0" presId="urn:microsoft.com/office/officeart/2018/2/layout/IconVerticalSolidList"/>
    <dgm:cxn modelId="{6D3256A0-99EB-49A9-85C3-B372AC05BEF5}" type="presParOf" srcId="{475774AC-7F25-4FF2-8E28-66796FB27A28}" destId="{0A64B282-881C-4BAF-9AB6-2B7CB14C959A}" srcOrd="0" destOrd="0" presId="urn:microsoft.com/office/officeart/2018/2/layout/IconVerticalSolidList"/>
    <dgm:cxn modelId="{1F18CEBE-89E0-4BF2-B6BE-838674188460}" type="presParOf" srcId="{475774AC-7F25-4FF2-8E28-66796FB27A28}" destId="{743BB239-BA07-489D-A3B0-0E1D08729082}" srcOrd="1" destOrd="0" presId="urn:microsoft.com/office/officeart/2018/2/layout/IconVerticalSolidList"/>
    <dgm:cxn modelId="{BF1C72B9-AA08-40DA-B4FF-4666759237D5}" type="presParOf" srcId="{475774AC-7F25-4FF2-8E28-66796FB27A28}" destId="{437D7D2F-CD1C-4FCD-98A1-ED9B3FC57B86}" srcOrd="2" destOrd="0" presId="urn:microsoft.com/office/officeart/2018/2/layout/IconVerticalSolidList"/>
    <dgm:cxn modelId="{AFF4A759-73E2-4715-BEB9-3E295EE6DBCF}" type="presParOf" srcId="{475774AC-7F25-4FF2-8E28-66796FB27A28}" destId="{F663EEFF-2B57-4B92-946D-4EAD9FD5C035}" srcOrd="3" destOrd="0" presId="urn:microsoft.com/office/officeart/2018/2/layout/IconVerticalSolidList"/>
    <dgm:cxn modelId="{39530A31-8BA1-4B3B-AF14-8E3F44D5A8B4}" type="presParOf" srcId="{F17505BE-607D-46D6-829C-08407D99B1EA}" destId="{C9AD028A-6170-472C-9AD9-4AFA9C112A22}" srcOrd="5" destOrd="0" presId="urn:microsoft.com/office/officeart/2018/2/layout/IconVerticalSolidList"/>
    <dgm:cxn modelId="{FC0A7469-D454-4CB3-8626-A8C746C134DC}" type="presParOf" srcId="{F17505BE-607D-46D6-829C-08407D99B1EA}" destId="{62EF9213-D85A-4D1B-A7B2-BF033B85D8D2}" srcOrd="6" destOrd="0" presId="urn:microsoft.com/office/officeart/2018/2/layout/IconVerticalSolidList"/>
    <dgm:cxn modelId="{4ADDC2F0-17DB-425F-99E2-689866C7DD03}" type="presParOf" srcId="{62EF9213-D85A-4D1B-A7B2-BF033B85D8D2}" destId="{34F410C0-E0FC-4368-ABEF-120C8CD6348D}" srcOrd="0" destOrd="0" presId="urn:microsoft.com/office/officeart/2018/2/layout/IconVerticalSolidList"/>
    <dgm:cxn modelId="{A40AE51D-13F8-4D3C-8E49-5991711F4278}" type="presParOf" srcId="{62EF9213-D85A-4D1B-A7B2-BF033B85D8D2}" destId="{DCCE4D33-96A5-48BD-A89C-2DB37F03636D}" srcOrd="1" destOrd="0" presId="urn:microsoft.com/office/officeart/2018/2/layout/IconVerticalSolidList"/>
    <dgm:cxn modelId="{B791F957-6EC7-4849-864C-FB25A0C9C167}" type="presParOf" srcId="{62EF9213-D85A-4D1B-A7B2-BF033B85D8D2}" destId="{42A527BA-22F9-4F8C-B25A-B5C80CCE2C18}" srcOrd="2" destOrd="0" presId="urn:microsoft.com/office/officeart/2018/2/layout/IconVerticalSolidList"/>
    <dgm:cxn modelId="{DEB586C2-6C82-4DF5-BD7F-DB79CA83FE2F}" type="presParOf" srcId="{62EF9213-D85A-4D1B-A7B2-BF033B85D8D2}" destId="{8E85FD7F-8F58-43B9-A057-05F2413B3B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5EF237-0B61-458F-A753-C25F06B8F2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F3235A-F74D-47F5-8AA7-4830726E9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majority of revenue is driven by a small group of high-tier customers, confirming a top-heavy revenue structure.</a:t>
          </a:r>
          <a:endParaRPr lang="en-US" dirty="0"/>
        </a:p>
      </dgm:t>
    </dgm:pt>
    <dgm:pt modelId="{20AA960F-9BE1-4587-BA9F-E2EB86EED66F}" type="parTrans" cxnId="{7895BC30-8006-4B31-91E5-AF5C78525ABA}">
      <dgm:prSet/>
      <dgm:spPr/>
      <dgm:t>
        <a:bodyPr/>
        <a:lstStyle/>
        <a:p>
          <a:endParaRPr lang="en-US"/>
        </a:p>
      </dgm:t>
    </dgm:pt>
    <dgm:pt modelId="{B5E657C3-3DA3-4CB9-AC71-4BC704E38330}" type="sibTrans" cxnId="{7895BC30-8006-4B31-91E5-AF5C78525ABA}">
      <dgm:prSet/>
      <dgm:spPr/>
      <dgm:t>
        <a:bodyPr/>
        <a:lstStyle/>
        <a:p>
          <a:endParaRPr lang="en-US"/>
        </a:p>
      </dgm:t>
    </dgm:pt>
    <dgm:pt modelId="{3D45FCDA-6138-4034-8A6A-458EB45C5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Medium-tier customers show considerable potential — with targeted engagement, they could transition into high-value buyers.</a:t>
          </a:r>
          <a:endParaRPr lang="en-US" dirty="0"/>
        </a:p>
      </dgm:t>
    </dgm:pt>
    <dgm:pt modelId="{5F84A678-58AC-4BB6-8DA1-860B84403486}" type="parTrans" cxnId="{8CB8DBF8-B19F-45BE-8F54-B0034194739F}">
      <dgm:prSet/>
      <dgm:spPr/>
      <dgm:t>
        <a:bodyPr/>
        <a:lstStyle/>
        <a:p>
          <a:endParaRPr lang="en-US"/>
        </a:p>
      </dgm:t>
    </dgm:pt>
    <dgm:pt modelId="{38546728-674F-4388-B3EB-55662A757800}" type="sibTrans" cxnId="{8CB8DBF8-B19F-45BE-8F54-B0034194739F}">
      <dgm:prSet/>
      <dgm:spPr/>
      <dgm:t>
        <a:bodyPr/>
        <a:lstStyle/>
        <a:p>
          <a:endParaRPr lang="en-US"/>
        </a:p>
      </dgm:t>
    </dgm:pt>
    <dgm:pt modelId="{CAA6BCE2-84F2-4D96-8FE6-4545BA37DB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Lower-tier customers represent a large customer base but minimal contribution, indicating the need for broader marketing strategies or bundle offers.</a:t>
          </a:r>
          <a:endParaRPr lang="en-US"/>
        </a:p>
      </dgm:t>
    </dgm:pt>
    <dgm:pt modelId="{AA0577CC-53A0-4999-A948-7C0AFF8D4C12}" type="parTrans" cxnId="{B3B7DF9E-3BF1-466E-B23B-B149AE681264}">
      <dgm:prSet/>
      <dgm:spPr/>
      <dgm:t>
        <a:bodyPr/>
        <a:lstStyle/>
        <a:p>
          <a:endParaRPr lang="en-US"/>
        </a:p>
      </dgm:t>
    </dgm:pt>
    <dgm:pt modelId="{683AB5A8-048E-4978-A66A-8679C7DF3140}" type="sibTrans" cxnId="{B3B7DF9E-3BF1-466E-B23B-B149AE681264}">
      <dgm:prSet/>
      <dgm:spPr/>
      <dgm:t>
        <a:bodyPr/>
        <a:lstStyle/>
        <a:p>
          <a:endParaRPr lang="en-US"/>
        </a:p>
      </dgm:t>
    </dgm:pt>
    <dgm:pt modelId="{03E30F53-4080-4930-9546-651DF05A39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Segmentation helps the business prioritize efforts: retention for high-tier, nurturing for medium-tier, and acquisition strategies for the broader market.</a:t>
          </a:r>
          <a:endParaRPr lang="en-US"/>
        </a:p>
      </dgm:t>
    </dgm:pt>
    <dgm:pt modelId="{8C23152C-3403-4BCE-A6A5-7D04A3A41FDD}" type="parTrans" cxnId="{FAD826AC-8286-433B-AA44-BB2949EAA336}">
      <dgm:prSet/>
      <dgm:spPr/>
      <dgm:t>
        <a:bodyPr/>
        <a:lstStyle/>
        <a:p>
          <a:endParaRPr lang="en-US"/>
        </a:p>
      </dgm:t>
    </dgm:pt>
    <dgm:pt modelId="{E3415915-D2DB-4405-A0C8-EC578BCBDC1F}" type="sibTrans" cxnId="{FAD826AC-8286-433B-AA44-BB2949EAA336}">
      <dgm:prSet/>
      <dgm:spPr/>
      <dgm:t>
        <a:bodyPr/>
        <a:lstStyle/>
        <a:p>
          <a:endParaRPr lang="en-US"/>
        </a:p>
      </dgm:t>
    </dgm:pt>
    <dgm:pt modelId="{1C90A049-DE00-449C-B05D-BFE4699C22AE}" type="pres">
      <dgm:prSet presAssocID="{EB5EF237-0B61-458F-A753-C25F06B8F2F0}" presName="root" presStyleCnt="0">
        <dgm:presLayoutVars>
          <dgm:dir/>
          <dgm:resizeHandles val="exact"/>
        </dgm:presLayoutVars>
      </dgm:prSet>
      <dgm:spPr/>
    </dgm:pt>
    <dgm:pt modelId="{D902A50E-CFB6-470E-A759-962FDFDAE6DA}" type="pres">
      <dgm:prSet presAssocID="{7CF3235A-F74D-47F5-8AA7-4830726E9FC2}" presName="compNode" presStyleCnt="0"/>
      <dgm:spPr/>
    </dgm:pt>
    <dgm:pt modelId="{06F084AB-5888-4CE9-A2F0-001F603116AB}" type="pres">
      <dgm:prSet presAssocID="{7CF3235A-F74D-47F5-8AA7-4830726E9FC2}" presName="bgRect" presStyleLbl="bgShp" presStyleIdx="0" presStyleCnt="4"/>
      <dgm:spPr/>
    </dgm:pt>
    <dgm:pt modelId="{C21A9294-2E16-482B-B199-15B98D6AE653}" type="pres">
      <dgm:prSet presAssocID="{7CF3235A-F74D-47F5-8AA7-4830726E9FC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C5D6677-2A66-4AD4-8CCC-AC3FDF30BF86}" type="pres">
      <dgm:prSet presAssocID="{7CF3235A-F74D-47F5-8AA7-4830726E9FC2}" presName="spaceRect" presStyleCnt="0"/>
      <dgm:spPr/>
    </dgm:pt>
    <dgm:pt modelId="{9F61F109-B58B-43F5-A51C-617A8B3DE212}" type="pres">
      <dgm:prSet presAssocID="{7CF3235A-F74D-47F5-8AA7-4830726E9FC2}" presName="parTx" presStyleLbl="revTx" presStyleIdx="0" presStyleCnt="4">
        <dgm:presLayoutVars>
          <dgm:chMax val="0"/>
          <dgm:chPref val="0"/>
        </dgm:presLayoutVars>
      </dgm:prSet>
      <dgm:spPr/>
    </dgm:pt>
    <dgm:pt modelId="{9BA98F84-F9FF-4687-B556-EE21909673CC}" type="pres">
      <dgm:prSet presAssocID="{B5E657C3-3DA3-4CB9-AC71-4BC704E38330}" presName="sibTrans" presStyleCnt="0"/>
      <dgm:spPr/>
    </dgm:pt>
    <dgm:pt modelId="{3D6F6C12-4756-4B9E-B136-6E2592947C57}" type="pres">
      <dgm:prSet presAssocID="{3D45FCDA-6138-4034-8A6A-458EB45C572F}" presName="compNode" presStyleCnt="0"/>
      <dgm:spPr/>
    </dgm:pt>
    <dgm:pt modelId="{E998AC4A-DCBA-4D8E-9729-E3C4ED9EE418}" type="pres">
      <dgm:prSet presAssocID="{3D45FCDA-6138-4034-8A6A-458EB45C572F}" presName="bgRect" presStyleLbl="bgShp" presStyleIdx="1" presStyleCnt="4"/>
      <dgm:spPr/>
    </dgm:pt>
    <dgm:pt modelId="{AA6A98ED-4713-4C5D-95E9-7B9771468986}" type="pres">
      <dgm:prSet presAssocID="{3D45FCDA-6138-4034-8A6A-458EB45C57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9771BE78-F402-45DE-A91E-6651A7C3E320}" type="pres">
      <dgm:prSet presAssocID="{3D45FCDA-6138-4034-8A6A-458EB45C572F}" presName="spaceRect" presStyleCnt="0"/>
      <dgm:spPr/>
    </dgm:pt>
    <dgm:pt modelId="{EEC1A34C-6EF0-4AD5-8E92-CCC535C373B2}" type="pres">
      <dgm:prSet presAssocID="{3D45FCDA-6138-4034-8A6A-458EB45C572F}" presName="parTx" presStyleLbl="revTx" presStyleIdx="1" presStyleCnt="4">
        <dgm:presLayoutVars>
          <dgm:chMax val="0"/>
          <dgm:chPref val="0"/>
        </dgm:presLayoutVars>
      </dgm:prSet>
      <dgm:spPr/>
    </dgm:pt>
    <dgm:pt modelId="{1248D5D6-208E-48A4-BC44-80F1995622B4}" type="pres">
      <dgm:prSet presAssocID="{38546728-674F-4388-B3EB-55662A757800}" presName="sibTrans" presStyleCnt="0"/>
      <dgm:spPr/>
    </dgm:pt>
    <dgm:pt modelId="{CFF46FAC-057C-428A-9EC9-5C87577C829C}" type="pres">
      <dgm:prSet presAssocID="{CAA6BCE2-84F2-4D96-8FE6-4545BA37DB17}" presName="compNode" presStyleCnt="0"/>
      <dgm:spPr/>
    </dgm:pt>
    <dgm:pt modelId="{DFE7C6B7-D312-4184-AB5C-959D749B88F2}" type="pres">
      <dgm:prSet presAssocID="{CAA6BCE2-84F2-4D96-8FE6-4545BA37DB17}" presName="bgRect" presStyleLbl="bgShp" presStyleIdx="2" presStyleCnt="4"/>
      <dgm:spPr/>
    </dgm:pt>
    <dgm:pt modelId="{1C37C790-9F5B-48A5-89AD-08BB01459E73}" type="pres">
      <dgm:prSet presAssocID="{CAA6BCE2-84F2-4D96-8FE6-4545BA37DB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E4260243-163E-4D58-BFBE-441E395AC6F5}" type="pres">
      <dgm:prSet presAssocID="{CAA6BCE2-84F2-4D96-8FE6-4545BA37DB17}" presName="spaceRect" presStyleCnt="0"/>
      <dgm:spPr/>
    </dgm:pt>
    <dgm:pt modelId="{99A9D9FE-94B2-472C-8466-83F5325AE174}" type="pres">
      <dgm:prSet presAssocID="{CAA6BCE2-84F2-4D96-8FE6-4545BA37DB17}" presName="parTx" presStyleLbl="revTx" presStyleIdx="2" presStyleCnt="4">
        <dgm:presLayoutVars>
          <dgm:chMax val="0"/>
          <dgm:chPref val="0"/>
        </dgm:presLayoutVars>
      </dgm:prSet>
      <dgm:spPr/>
    </dgm:pt>
    <dgm:pt modelId="{01C0C3E6-8145-470D-B1AE-DA5F67CD7C46}" type="pres">
      <dgm:prSet presAssocID="{683AB5A8-048E-4978-A66A-8679C7DF3140}" presName="sibTrans" presStyleCnt="0"/>
      <dgm:spPr/>
    </dgm:pt>
    <dgm:pt modelId="{6EA79FD1-C83B-4116-9352-C4B33FBB53FF}" type="pres">
      <dgm:prSet presAssocID="{03E30F53-4080-4930-9546-651DF05A39A3}" presName="compNode" presStyleCnt="0"/>
      <dgm:spPr/>
    </dgm:pt>
    <dgm:pt modelId="{A5328F52-6683-4695-9D5C-4ABB46173D85}" type="pres">
      <dgm:prSet presAssocID="{03E30F53-4080-4930-9546-651DF05A39A3}" presName="bgRect" presStyleLbl="bgShp" presStyleIdx="3" presStyleCnt="4"/>
      <dgm:spPr/>
    </dgm:pt>
    <dgm:pt modelId="{723F217E-126A-4B61-A9A4-39F1718BF99C}" type="pres">
      <dgm:prSet presAssocID="{03E30F53-4080-4930-9546-651DF05A39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9BA3BCDC-907D-4620-823F-1AFC023A6D9E}" type="pres">
      <dgm:prSet presAssocID="{03E30F53-4080-4930-9546-651DF05A39A3}" presName="spaceRect" presStyleCnt="0"/>
      <dgm:spPr/>
    </dgm:pt>
    <dgm:pt modelId="{03925136-7445-4A7B-9E21-D0AF20FE0451}" type="pres">
      <dgm:prSet presAssocID="{03E30F53-4080-4930-9546-651DF05A39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895BC30-8006-4B31-91E5-AF5C78525ABA}" srcId="{EB5EF237-0B61-458F-A753-C25F06B8F2F0}" destId="{7CF3235A-F74D-47F5-8AA7-4830726E9FC2}" srcOrd="0" destOrd="0" parTransId="{20AA960F-9BE1-4587-BA9F-E2EB86EED66F}" sibTransId="{B5E657C3-3DA3-4CB9-AC71-4BC704E38330}"/>
    <dgm:cxn modelId="{B3B7DF9E-3BF1-466E-B23B-B149AE681264}" srcId="{EB5EF237-0B61-458F-A753-C25F06B8F2F0}" destId="{CAA6BCE2-84F2-4D96-8FE6-4545BA37DB17}" srcOrd="2" destOrd="0" parTransId="{AA0577CC-53A0-4999-A948-7C0AFF8D4C12}" sibTransId="{683AB5A8-048E-4978-A66A-8679C7DF3140}"/>
    <dgm:cxn modelId="{1F2071AB-86E3-4C0A-8164-762DA02CB28D}" type="presOf" srcId="{EB5EF237-0B61-458F-A753-C25F06B8F2F0}" destId="{1C90A049-DE00-449C-B05D-BFE4699C22AE}" srcOrd="0" destOrd="0" presId="urn:microsoft.com/office/officeart/2018/2/layout/IconVerticalSolidList"/>
    <dgm:cxn modelId="{FAD826AC-8286-433B-AA44-BB2949EAA336}" srcId="{EB5EF237-0B61-458F-A753-C25F06B8F2F0}" destId="{03E30F53-4080-4930-9546-651DF05A39A3}" srcOrd="3" destOrd="0" parTransId="{8C23152C-3403-4BCE-A6A5-7D04A3A41FDD}" sibTransId="{E3415915-D2DB-4405-A0C8-EC578BCBDC1F}"/>
    <dgm:cxn modelId="{0CBABBB5-4F84-4323-BAB4-8EA283025FC6}" type="presOf" srcId="{3D45FCDA-6138-4034-8A6A-458EB45C572F}" destId="{EEC1A34C-6EF0-4AD5-8E92-CCC535C373B2}" srcOrd="0" destOrd="0" presId="urn:microsoft.com/office/officeart/2018/2/layout/IconVerticalSolidList"/>
    <dgm:cxn modelId="{ED66ADF0-C4B2-456A-94AB-8B640644AD5E}" type="presOf" srcId="{7CF3235A-F74D-47F5-8AA7-4830726E9FC2}" destId="{9F61F109-B58B-43F5-A51C-617A8B3DE212}" srcOrd="0" destOrd="0" presId="urn:microsoft.com/office/officeart/2018/2/layout/IconVerticalSolidList"/>
    <dgm:cxn modelId="{8CB8DBF8-B19F-45BE-8F54-B0034194739F}" srcId="{EB5EF237-0B61-458F-A753-C25F06B8F2F0}" destId="{3D45FCDA-6138-4034-8A6A-458EB45C572F}" srcOrd="1" destOrd="0" parTransId="{5F84A678-58AC-4BB6-8DA1-860B84403486}" sibTransId="{38546728-674F-4388-B3EB-55662A757800}"/>
    <dgm:cxn modelId="{9B2DA8F9-CC3B-4148-B254-2D5AAD0726C6}" type="presOf" srcId="{CAA6BCE2-84F2-4D96-8FE6-4545BA37DB17}" destId="{99A9D9FE-94B2-472C-8466-83F5325AE174}" srcOrd="0" destOrd="0" presId="urn:microsoft.com/office/officeart/2018/2/layout/IconVerticalSolidList"/>
    <dgm:cxn modelId="{4B5E35FE-AAA5-4388-B941-10AFE9AD7D6C}" type="presOf" srcId="{03E30F53-4080-4930-9546-651DF05A39A3}" destId="{03925136-7445-4A7B-9E21-D0AF20FE0451}" srcOrd="0" destOrd="0" presId="urn:microsoft.com/office/officeart/2018/2/layout/IconVerticalSolidList"/>
    <dgm:cxn modelId="{4F6772D9-134A-4C05-810F-0FD17684B457}" type="presParOf" srcId="{1C90A049-DE00-449C-B05D-BFE4699C22AE}" destId="{D902A50E-CFB6-470E-A759-962FDFDAE6DA}" srcOrd="0" destOrd="0" presId="urn:microsoft.com/office/officeart/2018/2/layout/IconVerticalSolidList"/>
    <dgm:cxn modelId="{CB8B775D-2117-4088-A83B-421981445105}" type="presParOf" srcId="{D902A50E-CFB6-470E-A759-962FDFDAE6DA}" destId="{06F084AB-5888-4CE9-A2F0-001F603116AB}" srcOrd="0" destOrd="0" presId="urn:microsoft.com/office/officeart/2018/2/layout/IconVerticalSolidList"/>
    <dgm:cxn modelId="{44AD8EBE-9C29-4BFC-950C-6403A9D97A6F}" type="presParOf" srcId="{D902A50E-CFB6-470E-A759-962FDFDAE6DA}" destId="{C21A9294-2E16-482B-B199-15B98D6AE653}" srcOrd="1" destOrd="0" presId="urn:microsoft.com/office/officeart/2018/2/layout/IconVerticalSolidList"/>
    <dgm:cxn modelId="{62D75203-2414-4DA0-BA92-35F78B7D42F3}" type="presParOf" srcId="{D902A50E-CFB6-470E-A759-962FDFDAE6DA}" destId="{1C5D6677-2A66-4AD4-8CCC-AC3FDF30BF86}" srcOrd="2" destOrd="0" presId="urn:microsoft.com/office/officeart/2018/2/layout/IconVerticalSolidList"/>
    <dgm:cxn modelId="{F56E4536-E887-42A9-885D-B8D2A4F38029}" type="presParOf" srcId="{D902A50E-CFB6-470E-A759-962FDFDAE6DA}" destId="{9F61F109-B58B-43F5-A51C-617A8B3DE212}" srcOrd="3" destOrd="0" presId="urn:microsoft.com/office/officeart/2018/2/layout/IconVerticalSolidList"/>
    <dgm:cxn modelId="{BA37D0DD-28FC-484E-A7EE-E9583C13CFE3}" type="presParOf" srcId="{1C90A049-DE00-449C-B05D-BFE4699C22AE}" destId="{9BA98F84-F9FF-4687-B556-EE21909673CC}" srcOrd="1" destOrd="0" presId="urn:microsoft.com/office/officeart/2018/2/layout/IconVerticalSolidList"/>
    <dgm:cxn modelId="{913E8F43-9F6A-41D5-9D59-3CBC3B9CF4CD}" type="presParOf" srcId="{1C90A049-DE00-449C-B05D-BFE4699C22AE}" destId="{3D6F6C12-4756-4B9E-B136-6E2592947C57}" srcOrd="2" destOrd="0" presId="urn:microsoft.com/office/officeart/2018/2/layout/IconVerticalSolidList"/>
    <dgm:cxn modelId="{3A649813-F6BE-4314-B4B4-838BEF46C1B9}" type="presParOf" srcId="{3D6F6C12-4756-4B9E-B136-6E2592947C57}" destId="{E998AC4A-DCBA-4D8E-9729-E3C4ED9EE418}" srcOrd="0" destOrd="0" presId="urn:microsoft.com/office/officeart/2018/2/layout/IconVerticalSolidList"/>
    <dgm:cxn modelId="{DA6580C9-6AC5-42F5-8C81-B15FC07A1C21}" type="presParOf" srcId="{3D6F6C12-4756-4B9E-B136-6E2592947C57}" destId="{AA6A98ED-4713-4C5D-95E9-7B9771468986}" srcOrd="1" destOrd="0" presId="urn:microsoft.com/office/officeart/2018/2/layout/IconVerticalSolidList"/>
    <dgm:cxn modelId="{1A31A4DB-0FC6-42FB-A3B5-8DC1DD531B22}" type="presParOf" srcId="{3D6F6C12-4756-4B9E-B136-6E2592947C57}" destId="{9771BE78-F402-45DE-A91E-6651A7C3E320}" srcOrd="2" destOrd="0" presId="urn:microsoft.com/office/officeart/2018/2/layout/IconVerticalSolidList"/>
    <dgm:cxn modelId="{095C32EC-2092-4004-99BB-D3E1CD8A02D4}" type="presParOf" srcId="{3D6F6C12-4756-4B9E-B136-6E2592947C57}" destId="{EEC1A34C-6EF0-4AD5-8E92-CCC535C373B2}" srcOrd="3" destOrd="0" presId="urn:microsoft.com/office/officeart/2018/2/layout/IconVerticalSolidList"/>
    <dgm:cxn modelId="{6E560280-F8E6-4298-9118-23DE1459B656}" type="presParOf" srcId="{1C90A049-DE00-449C-B05D-BFE4699C22AE}" destId="{1248D5D6-208E-48A4-BC44-80F1995622B4}" srcOrd="3" destOrd="0" presId="urn:microsoft.com/office/officeart/2018/2/layout/IconVerticalSolidList"/>
    <dgm:cxn modelId="{62E314CC-6826-4828-BB01-74D7A307A267}" type="presParOf" srcId="{1C90A049-DE00-449C-B05D-BFE4699C22AE}" destId="{CFF46FAC-057C-428A-9EC9-5C87577C829C}" srcOrd="4" destOrd="0" presId="urn:microsoft.com/office/officeart/2018/2/layout/IconVerticalSolidList"/>
    <dgm:cxn modelId="{0B19713F-3E03-4026-9957-7CF9AAB1A07D}" type="presParOf" srcId="{CFF46FAC-057C-428A-9EC9-5C87577C829C}" destId="{DFE7C6B7-D312-4184-AB5C-959D749B88F2}" srcOrd="0" destOrd="0" presId="urn:microsoft.com/office/officeart/2018/2/layout/IconVerticalSolidList"/>
    <dgm:cxn modelId="{BEE41CF6-EBD2-44D0-98E4-A4BD1FD6E0FE}" type="presParOf" srcId="{CFF46FAC-057C-428A-9EC9-5C87577C829C}" destId="{1C37C790-9F5B-48A5-89AD-08BB01459E73}" srcOrd="1" destOrd="0" presId="urn:microsoft.com/office/officeart/2018/2/layout/IconVerticalSolidList"/>
    <dgm:cxn modelId="{1F6D47C2-B2E0-4F8E-BA58-75CD8C85143C}" type="presParOf" srcId="{CFF46FAC-057C-428A-9EC9-5C87577C829C}" destId="{E4260243-163E-4D58-BFBE-441E395AC6F5}" srcOrd="2" destOrd="0" presId="urn:microsoft.com/office/officeart/2018/2/layout/IconVerticalSolidList"/>
    <dgm:cxn modelId="{41153CA9-48A7-441D-A900-F1A4668BDB07}" type="presParOf" srcId="{CFF46FAC-057C-428A-9EC9-5C87577C829C}" destId="{99A9D9FE-94B2-472C-8466-83F5325AE174}" srcOrd="3" destOrd="0" presId="urn:microsoft.com/office/officeart/2018/2/layout/IconVerticalSolidList"/>
    <dgm:cxn modelId="{90FB972F-5A72-43EC-A15E-A35A42434659}" type="presParOf" srcId="{1C90A049-DE00-449C-B05D-BFE4699C22AE}" destId="{01C0C3E6-8145-470D-B1AE-DA5F67CD7C46}" srcOrd="5" destOrd="0" presId="urn:microsoft.com/office/officeart/2018/2/layout/IconVerticalSolidList"/>
    <dgm:cxn modelId="{A4D19047-3365-42E3-8712-647ED5E65DFF}" type="presParOf" srcId="{1C90A049-DE00-449C-B05D-BFE4699C22AE}" destId="{6EA79FD1-C83B-4116-9352-C4B33FBB53FF}" srcOrd="6" destOrd="0" presId="urn:microsoft.com/office/officeart/2018/2/layout/IconVerticalSolidList"/>
    <dgm:cxn modelId="{B94E138D-8704-4A39-BC81-E022B2E7B5B5}" type="presParOf" srcId="{6EA79FD1-C83B-4116-9352-C4B33FBB53FF}" destId="{A5328F52-6683-4695-9D5C-4ABB46173D85}" srcOrd="0" destOrd="0" presId="urn:microsoft.com/office/officeart/2018/2/layout/IconVerticalSolidList"/>
    <dgm:cxn modelId="{644614B8-CEE9-47AA-8DD7-5CFA0577090B}" type="presParOf" srcId="{6EA79FD1-C83B-4116-9352-C4B33FBB53FF}" destId="{723F217E-126A-4B61-A9A4-39F1718BF99C}" srcOrd="1" destOrd="0" presId="urn:microsoft.com/office/officeart/2018/2/layout/IconVerticalSolidList"/>
    <dgm:cxn modelId="{FFA5EEA4-59E9-493F-8372-A369D58FA21F}" type="presParOf" srcId="{6EA79FD1-C83B-4116-9352-C4B33FBB53FF}" destId="{9BA3BCDC-907D-4620-823F-1AFC023A6D9E}" srcOrd="2" destOrd="0" presId="urn:microsoft.com/office/officeart/2018/2/layout/IconVerticalSolidList"/>
    <dgm:cxn modelId="{E23465B9-1BBB-471A-90FA-74929A27700B}" type="presParOf" srcId="{6EA79FD1-C83B-4116-9352-C4B33FBB53FF}" destId="{03925136-7445-4A7B-9E21-D0AF20FE04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C927CB1-A350-432E-96FE-1FCCEC72AD8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E1EA21-DF37-4B21-AEDE-FA7CA62167A5}">
      <dgm:prSet/>
      <dgm:spPr/>
      <dgm:t>
        <a:bodyPr/>
        <a:lstStyle/>
        <a:p>
          <a:r>
            <a:rPr lang="en-US" b="0" i="0" baseline="0"/>
            <a:t>Sales, product performance, customer behaviour, and geographic trends are aligned, offering a cohesive view of how the business operates.</a:t>
          </a:r>
          <a:endParaRPr lang="en-US"/>
        </a:p>
      </dgm:t>
    </dgm:pt>
    <dgm:pt modelId="{B175D5A1-FDE7-434F-91D1-2A5EBF7B574C}" type="parTrans" cxnId="{8940D11D-E8B2-4551-AC35-7B54A25BD26E}">
      <dgm:prSet/>
      <dgm:spPr/>
      <dgm:t>
        <a:bodyPr/>
        <a:lstStyle/>
        <a:p>
          <a:endParaRPr lang="en-US"/>
        </a:p>
      </dgm:t>
    </dgm:pt>
    <dgm:pt modelId="{E9AD533E-C69C-4E7B-85E0-D0CBBF0FD959}" type="sibTrans" cxnId="{8940D11D-E8B2-4551-AC35-7B54A25BD26E}">
      <dgm:prSet/>
      <dgm:spPr/>
      <dgm:t>
        <a:bodyPr/>
        <a:lstStyle/>
        <a:p>
          <a:endParaRPr lang="en-US"/>
        </a:p>
      </dgm:t>
    </dgm:pt>
    <dgm:pt modelId="{F7CA9CDC-C82F-4F26-81FA-875AA0794F70}">
      <dgm:prSet/>
      <dgm:spPr/>
      <dgm:t>
        <a:bodyPr/>
        <a:lstStyle/>
        <a:p>
          <a:r>
            <a:rPr lang="en-US" b="0" i="0" baseline="0"/>
            <a:t>Seasonal spikes and dips reveal predictable cycles that can guide inventory planning and promotional strategies.</a:t>
          </a:r>
          <a:endParaRPr lang="en-US"/>
        </a:p>
      </dgm:t>
    </dgm:pt>
    <dgm:pt modelId="{F541A4BC-6BB9-4859-A657-079D7697FB16}" type="parTrans" cxnId="{AF4CA89E-DF2F-49A7-A3F9-564A9A06FC19}">
      <dgm:prSet/>
      <dgm:spPr/>
      <dgm:t>
        <a:bodyPr/>
        <a:lstStyle/>
        <a:p>
          <a:endParaRPr lang="en-US"/>
        </a:p>
      </dgm:t>
    </dgm:pt>
    <dgm:pt modelId="{43CB0D25-C08B-4E20-B6F3-54231C5856F3}" type="sibTrans" cxnId="{AF4CA89E-DF2F-49A7-A3F9-564A9A06FC19}">
      <dgm:prSet/>
      <dgm:spPr/>
      <dgm:t>
        <a:bodyPr/>
        <a:lstStyle/>
        <a:p>
          <a:endParaRPr lang="en-US"/>
        </a:p>
      </dgm:t>
    </dgm:pt>
    <dgm:pt modelId="{46964CA6-68D6-426D-9ABE-2CEC4E9E971F}">
      <dgm:prSet/>
      <dgm:spPr/>
      <dgm:t>
        <a:bodyPr/>
        <a:lstStyle/>
        <a:p>
          <a:r>
            <a:rPr lang="en-US" b="0" i="0" baseline="0"/>
            <a:t>High-value customers continue to be the backbone of revenue, highlighting the importance of relationship management and retention.</a:t>
          </a:r>
          <a:endParaRPr lang="en-US"/>
        </a:p>
      </dgm:t>
    </dgm:pt>
    <dgm:pt modelId="{AD4C4B83-9C1A-49F8-937A-FCE2C1F7A5E6}" type="parTrans" cxnId="{B4EEC895-C9C5-4AF0-BA55-124345A5B035}">
      <dgm:prSet/>
      <dgm:spPr/>
      <dgm:t>
        <a:bodyPr/>
        <a:lstStyle/>
        <a:p>
          <a:endParaRPr lang="en-US"/>
        </a:p>
      </dgm:t>
    </dgm:pt>
    <dgm:pt modelId="{4622B2FA-A428-4026-9E11-1291714AFA7E}" type="sibTrans" cxnId="{B4EEC895-C9C5-4AF0-BA55-124345A5B035}">
      <dgm:prSet/>
      <dgm:spPr/>
      <dgm:t>
        <a:bodyPr/>
        <a:lstStyle/>
        <a:p>
          <a:endParaRPr lang="en-US"/>
        </a:p>
      </dgm:t>
    </dgm:pt>
    <dgm:pt modelId="{07089A51-FF60-44F3-9CC9-B06F4DD02CC2}">
      <dgm:prSet/>
      <dgm:spPr/>
      <dgm:t>
        <a:bodyPr/>
        <a:lstStyle/>
        <a:p>
          <a:r>
            <a:rPr lang="en-US" b="0" i="0" baseline="0"/>
            <a:t>High return rates and over-reliance on UK transactions are critical red flags that require organizational attention.</a:t>
          </a:r>
          <a:endParaRPr lang="en-US"/>
        </a:p>
      </dgm:t>
    </dgm:pt>
    <dgm:pt modelId="{35CEB733-CCBB-44EF-AF01-D94CEAC45BF5}" type="parTrans" cxnId="{D43A0B8C-FFF0-466B-B5AD-4A86CE2B84A0}">
      <dgm:prSet/>
      <dgm:spPr/>
      <dgm:t>
        <a:bodyPr/>
        <a:lstStyle/>
        <a:p>
          <a:endParaRPr lang="en-US"/>
        </a:p>
      </dgm:t>
    </dgm:pt>
    <dgm:pt modelId="{F79FEA54-1C91-49C2-B85F-095D71C49CCA}" type="sibTrans" cxnId="{D43A0B8C-FFF0-466B-B5AD-4A86CE2B84A0}">
      <dgm:prSet/>
      <dgm:spPr/>
      <dgm:t>
        <a:bodyPr/>
        <a:lstStyle/>
        <a:p>
          <a:endParaRPr lang="en-US"/>
        </a:p>
      </dgm:t>
    </dgm:pt>
    <dgm:pt modelId="{4A608FC7-624D-497C-B61B-FBE5FE123607}">
      <dgm:prSet/>
      <dgm:spPr/>
      <dgm:t>
        <a:bodyPr/>
        <a:lstStyle/>
        <a:p>
          <a:r>
            <a:rPr lang="en-US" b="0" i="0" baseline="0"/>
            <a:t>The dashboard provides a consolidated view that supports data-driven decision-making across departments.</a:t>
          </a:r>
          <a:endParaRPr lang="en-US"/>
        </a:p>
      </dgm:t>
    </dgm:pt>
    <dgm:pt modelId="{3F91D75C-4E94-402F-A194-BBF6BDBFCD5A}" type="parTrans" cxnId="{F337EB68-D167-4A23-9427-DF910DE40184}">
      <dgm:prSet/>
      <dgm:spPr/>
      <dgm:t>
        <a:bodyPr/>
        <a:lstStyle/>
        <a:p>
          <a:endParaRPr lang="en-US"/>
        </a:p>
      </dgm:t>
    </dgm:pt>
    <dgm:pt modelId="{26E55416-60E6-44D4-A834-A67DA456D519}" type="sibTrans" cxnId="{F337EB68-D167-4A23-9427-DF910DE40184}">
      <dgm:prSet/>
      <dgm:spPr/>
      <dgm:t>
        <a:bodyPr/>
        <a:lstStyle/>
        <a:p>
          <a:endParaRPr lang="en-US"/>
        </a:p>
      </dgm:t>
    </dgm:pt>
    <dgm:pt modelId="{903B6062-FA23-4A03-B250-B62B810DCE1D}" type="pres">
      <dgm:prSet presAssocID="{DC927CB1-A350-432E-96FE-1FCCEC72AD88}" presName="vert0" presStyleCnt="0">
        <dgm:presLayoutVars>
          <dgm:dir/>
          <dgm:animOne val="branch"/>
          <dgm:animLvl val="lvl"/>
        </dgm:presLayoutVars>
      </dgm:prSet>
      <dgm:spPr/>
    </dgm:pt>
    <dgm:pt modelId="{3F0378E8-3A2A-4F35-9F3A-8BCDE2016B93}" type="pres">
      <dgm:prSet presAssocID="{FBE1EA21-DF37-4B21-AEDE-FA7CA62167A5}" presName="thickLine" presStyleLbl="alignNode1" presStyleIdx="0" presStyleCnt="5"/>
      <dgm:spPr/>
    </dgm:pt>
    <dgm:pt modelId="{79E8C2F4-3134-45EC-BBAC-BC01D5E8A90B}" type="pres">
      <dgm:prSet presAssocID="{FBE1EA21-DF37-4B21-AEDE-FA7CA62167A5}" presName="horz1" presStyleCnt="0"/>
      <dgm:spPr/>
    </dgm:pt>
    <dgm:pt modelId="{35E4FB97-D729-4689-A242-BCE229B4336F}" type="pres">
      <dgm:prSet presAssocID="{FBE1EA21-DF37-4B21-AEDE-FA7CA62167A5}" presName="tx1" presStyleLbl="revTx" presStyleIdx="0" presStyleCnt="5"/>
      <dgm:spPr/>
    </dgm:pt>
    <dgm:pt modelId="{71CDC7A8-2589-4D71-9A8A-ECCD753CF39B}" type="pres">
      <dgm:prSet presAssocID="{FBE1EA21-DF37-4B21-AEDE-FA7CA62167A5}" presName="vert1" presStyleCnt="0"/>
      <dgm:spPr/>
    </dgm:pt>
    <dgm:pt modelId="{2E4330FC-52F4-4035-BCC6-0C6AC8FFAB13}" type="pres">
      <dgm:prSet presAssocID="{F7CA9CDC-C82F-4F26-81FA-875AA0794F70}" presName="thickLine" presStyleLbl="alignNode1" presStyleIdx="1" presStyleCnt="5"/>
      <dgm:spPr/>
    </dgm:pt>
    <dgm:pt modelId="{27BE4887-1445-4169-A5FD-C0F88F30B482}" type="pres">
      <dgm:prSet presAssocID="{F7CA9CDC-C82F-4F26-81FA-875AA0794F70}" presName="horz1" presStyleCnt="0"/>
      <dgm:spPr/>
    </dgm:pt>
    <dgm:pt modelId="{E6327843-3452-43D3-8FBB-CFF84B10607C}" type="pres">
      <dgm:prSet presAssocID="{F7CA9CDC-C82F-4F26-81FA-875AA0794F70}" presName="tx1" presStyleLbl="revTx" presStyleIdx="1" presStyleCnt="5"/>
      <dgm:spPr/>
    </dgm:pt>
    <dgm:pt modelId="{91FD5EF9-2D76-48C8-AF8D-DB9330995734}" type="pres">
      <dgm:prSet presAssocID="{F7CA9CDC-C82F-4F26-81FA-875AA0794F70}" presName="vert1" presStyleCnt="0"/>
      <dgm:spPr/>
    </dgm:pt>
    <dgm:pt modelId="{5FD47D81-8595-4837-8582-F79A5A0DD2D5}" type="pres">
      <dgm:prSet presAssocID="{46964CA6-68D6-426D-9ABE-2CEC4E9E971F}" presName="thickLine" presStyleLbl="alignNode1" presStyleIdx="2" presStyleCnt="5"/>
      <dgm:spPr/>
    </dgm:pt>
    <dgm:pt modelId="{36D2194A-9516-4C4B-8CFE-DA321756815C}" type="pres">
      <dgm:prSet presAssocID="{46964CA6-68D6-426D-9ABE-2CEC4E9E971F}" presName="horz1" presStyleCnt="0"/>
      <dgm:spPr/>
    </dgm:pt>
    <dgm:pt modelId="{A1CC9CD5-370F-4F01-8E5D-8EDCD025A655}" type="pres">
      <dgm:prSet presAssocID="{46964CA6-68D6-426D-9ABE-2CEC4E9E971F}" presName="tx1" presStyleLbl="revTx" presStyleIdx="2" presStyleCnt="5"/>
      <dgm:spPr/>
    </dgm:pt>
    <dgm:pt modelId="{AFCA5652-5932-486F-AD34-BFE09FA2ED41}" type="pres">
      <dgm:prSet presAssocID="{46964CA6-68D6-426D-9ABE-2CEC4E9E971F}" presName="vert1" presStyleCnt="0"/>
      <dgm:spPr/>
    </dgm:pt>
    <dgm:pt modelId="{46DD6172-3A1A-47E8-8D2F-47DA063F70B9}" type="pres">
      <dgm:prSet presAssocID="{07089A51-FF60-44F3-9CC9-B06F4DD02CC2}" presName="thickLine" presStyleLbl="alignNode1" presStyleIdx="3" presStyleCnt="5"/>
      <dgm:spPr/>
    </dgm:pt>
    <dgm:pt modelId="{EAEC9012-B93A-4BBB-8F8B-81E4C3B22140}" type="pres">
      <dgm:prSet presAssocID="{07089A51-FF60-44F3-9CC9-B06F4DD02CC2}" presName="horz1" presStyleCnt="0"/>
      <dgm:spPr/>
    </dgm:pt>
    <dgm:pt modelId="{220B58F3-1F0E-4954-AAF3-8E25C089B5FB}" type="pres">
      <dgm:prSet presAssocID="{07089A51-FF60-44F3-9CC9-B06F4DD02CC2}" presName="tx1" presStyleLbl="revTx" presStyleIdx="3" presStyleCnt="5"/>
      <dgm:spPr/>
    </dgm:pt>
    <dgm:pt modelId="{45BC38A6-F5FB-45B2-BCA8-90199B1F3349}" type="pres">
      <dgm:prSet presAssocID="{07089A51-FF60-44F3-9CC9-B06F4DD02CC2}" presName="vert1" presStyleCnt="0"/>
      <dgm:spPr/>
    </dgm:pt>
    <dgm:pt modelId="{C5119495-7148-4316-A004-4279F852E232}" type="pres">
      <dgm:prSet presAssocID="{4A608FC7-624D-497C-B61B-FBE5FE123607}" presName="thickLine" presStyleLbl="alignNode1" presStyleIdx="4" presStyleCnt="5"/>
      <dgm:spPr/>
    </dgm:pt>
    <dgm:pt modelId="{0DC48BFE-3662-4552-9A4C-C1B51E9091CE}" type="pres">
      <dgm:prSet presAssocID="{4A608FC7-624D-497C-B61B-FBE5FE123607}" presName="horz1" presStyleCnt="0"/>
      <dgm:spPr/>
    </dgm:pt>
    <dgm:pt modelId="{31C845C1-E213-4A97-B0F5-CAB0792EC8B6}" type="pres">
      <dgm:prSet presAssocID="{4A608FC7-624D-497C-B61B-FBE5FE123607}" presName="tx1" presStyleLbl="revTx" presStyleIdx="4" presStyleCnt="5"/>
      <dgm:spPr/>
    </dgm:pt>
    <dgm:pt modelId="{1B4CCC8F-D9DB-40C4-8860-ABDDC9CDF36F}" type="pres">
      <dgm:prSet presAssocID="{4A608FC7-624D-497C-B61B-FBE5FE123607}" presName="vert1" presStyleCnt="0"/>
      <dgm:spPr/>
    </dgm:pt>
  </dgm:ptLst>
  <dgm:cxnLst>
    <dgm:cxn modelId="{8CF80204-4228-4E09-A96B-38D86871495F}" type="presOf" srcId="{DC927CB1-A350-432E-96FE-1FCCEC72AD88}" destId="{903B6062-FA23-4A03-B250-B62B810DCE1D}" srcOrd="0" destOrd="0" presId="urn:microsoft.com/office/officeart/2008/layout/LinedList"/>
    <dgm:cxn modelId="{8940D11D-E8B2-4551-AC35-7B54A25BD26E}" srcId="{DC927CB1-A350-432E-96FE-1FCCEC72AD88}" destId="{FBE1EA21-DF37-4B21-AEDE-FA7CA62167A5}" srcOrd="0" destOrd="0" parTransId="{B175D5A1-FDE7-434F-91D1-2A5EBF7B574C}" sibTransId="{E9AD533E-C69C-4E7B-85E0-D0CBBF0FD959}"/>
    <dgm:cxn modelId="{984DB52E-F0CA-4220-A8B5-814ACCF4437A}" type="presOf" srcId="{4A608FC7-624D-497C-B61B-FBE5FE123607}" destId="{31C845C1-E213-4A97-B0F5-CAB0792EC8B6}" srcOrd="0" destOrd="0" presId="urn:microsoft.com/office/officeart/2008/layout/LinedList"/>
    <dgm:cxn modelId="{D680E346-25F2-4AD1-A446-2973A649FA58}" type="presOf" srcId="{46964CA6-68D6-426D-9ABE-2CEC4E9E971F}" destId="{A1CC9CD5-370F-4F01-8E5D-8EDCD025A655}" srcOrd="0" destOrd="0" presId="urn:microsoft.com/office/officeart/2008/layout/LinedList"/>
    <dgm:cxn modelId="{F337EB68-D167-4A23-9427-DF910DE40184}" srcId="{DC927CB1-A350-432E-96FE-1FCCEC72AD88}" destId="{4A608FC7-624D-497C-B61B-FBE5FE123607}" srcOrd="4" destOrd="0" parTransId="{3F91D75C-4E94-402F-A194-BBF6BDBFCD5A}" sibTransId="{26E55416-60E6-44D4-A834-A67DA456D519}"/>
    <dgm:cxn modelId="{D43A0B8C-FFF0-466B-B5AD-4A86CE2B84A0}" srcId="{DC927CB1-A350-432E-96FE-1FCCEC72AD88}" destId="{07089A51-FF60-44F3-9CC9-B06F4DD02CC2}" srcOrd="3" destOrd="0" parTransId="{35CEB733-CCBB-44EF-AF01-D94CEAC45BF5}" sibTransId="{F79FEA54-1C91-49C2-B85F-095D71C49CCA}"/>
    <dgm:cxn modelId="{B4EEC895-C9C5-4AF0-BA55-124345A5B035}" srcId="{DC927CB1-A350-432E-96FE-1FCCEC72AD88}" destId="{46964CA6-68D6-426D-9ABE-2CEC4E9E971F}" srcOrd="2" destOrd="0" parTransId="{AD4C4B83-9C1A-49F8-937A-FCE2C1F7A5E6}" sibTransId="{4622B2FA-A428-4026-9E11-1291714AFA7E}"/>
    <dgm:cxn modelId="{AF4CA89E-DF2F-49A7-A3F9-564A9A06FC19}" srcId="{DC927CB1-A350-432E-96FE-1FCCEC72AD88}" destId="{F7CA9CDC-C82F-4F26-81FA-875AA0794F70}" srcOrd="1" destOrd="0" parTransId="{F541A4BC-6BB9-4859-A657-079D7697FB16}" sibTransId="{43CB0D25-C08B-4E20-B6F3-54231C5856F3}"/>
    <dgm:cxn modelId="{F518FAAD-C518-41D9-AF4F-3A40751ED188}" type="presOf" srcId="{F7CA9CDC-C82F-4F26-81FA-875AA0794F70}" destId="{E6327843-3452-43D3-8FBB-CFF84B10607C}" srcOrd="0" destOrd="0" presId="urn:microsoft.com/office/officeart/2008/layout/LinedList"/>
    <dgm:cxn modelId="{8FB6DFAE-FCFD-4B87-813A-DD7BD263DF4E}" type="presOf" srcId="{FBE1EA21-DF37-4B21-AEDE-FA7CA62167A5}" destId="{35E4FB97-D729-4689-A242-BCE229B4336F}" srcOrd="0" destOrd="0" presId="urn:microsoft.com/office/officeart/2008/layout/LinedList"/>
    <dgm:cxn modelId="{9C2549E4-57C7-4D85-9D77-54F13737876B}" type="presOf" srcId="{07089A51-FF60-44F3-9CC9-B06F4DD02CC2}" destId="{220B58F3-1F0E-4954-AAF3-8E25C089B5FB}" srcOrd="0" destOrd="0" presId="urn:microsoft.com/office/officeart/2008/layout/LinedList"/>
    <dgm:cxn modelId="{F3F05528-CC85-4889-B7D3-A83002423FB7}" type="presParOf" srcId="{903B6062-FA23-4A03-B250-B62B810DCE1D}" destId="{3F0378E8-3A2A-4F35-9F3A-8BCDE2016B93}" srcOrd="0" destOrd="0" presId="urn:microsoft.com/office/officeart/2008/layout/LinedList"/>
    <dgm:cxn modelId="{9C7C426F-0C86-4C8C-8467-6C83F998913C}" type="presParOf" srcId="{903B6062-FA23-4A03-B250-B62B810DCE1D}" destId="{79E8C2F4-3134-45EC-BBAC-BC01D5E8A90B}" srcOrd="1" destOrd="0" presId="urn:microsoft.com/office/officeart/2008/layout/LinedList"/>
    <dgm:cxn modelId="{78AD2AAF-DC1D-4083-B2AF-C225D951F6AC}" type="presParOf" srcId="{79E8C2F4-3134-45EC-BBAC-BC01D5E8A90B}" destId="{35E4FB97-D729-4689-A242-BCE229B4336F}" srcOrd="0" destOrd="0" presId="urn:microsoft.com/office/officeart/2008/layout/LinedList"/>
    <dgm:cxn modelId="{47757D07-D7A1-48CE-96E9-13EC8C93F476}" type="presParOf" srcId="{79E8C2F4-3134-45EC-BBAC-BC01D5E8A90B}" destId="{71CDC7A8-2589-4D71-9A8A-ECCD753CF39B}" srcOrd="1" destOrd="0" presId="urn:microsoft.com/office/officeart/2008/layout/LinedList"/>
    <dgm:cxn modelId="{C43B1EB0-E2FA-4CF4-9771-A32A47B4EA5E}" type="presParOf" srcId="{903B6062-FA23-4A03-B250-B62B810DCE1D}" destId="{2E4330FC-52F4-4035-BCC6-0C6AC8FFAB13}" srcOrd="2" destOrd="0" presId="urn:microsoft.com/office/officeart/2008/layout/LinedList"/>
    <dgm:cxn modelId="{69DFBD4D-1122-49F6-B5F3-6017D53CD743}" type="presParOf" srcId="{903B6062-FA23-4A03-B250-B62B810DCE1D}" destId="{27BE4887-1445-4169-A5FD-C0F88F30B482}" srcOrd="3" destOrd="0" presId="urn:microsoft.com/office/officeart/2008/layout/LinedList"/>
    <dgm:cxn modelId="{08B54153-C8E8-43AE-968A-32E977FE18D2}" type="presParOf" srcId="{27BE4887-1445-4169-A5FD-C0F88F30B482}" destId="{E6327843-3452-43D3-8FBB-CFF84B10607C}" srcOrd="0" destOrd="0" presId="urn:microsoft.com/office/officeart/2008/layout/LinedList"/>
    <dgm:cxn modelId="{7153192A-1762-43F8-A264-C9093FF67BA6}" type="presParOf" srcId="{27BE4887-1445-4169-A5FD-C0F88F30B482}" destId="{91FD5EF9-2D76-48C8-AF8D-DB9330995734}" srcOrd="1" destOrd="0" presId="urn:microsoft.com/office/officeart/2008/layout/LinedList"/>
    <dgm:cxn modelId="{D0B2AB7D-1FDF-4270-87D4-5DC571AE9FD5}" type="presParOf" srcId="{903B6062-FA23-4A03-B250-B62B810DCE1D}" destId="{5FD47D81-8595-4837-8582-F79A5A0DD2D5}" srcOrd="4" destOrd="0" presId="urn:microsoft.com/office/officeart/2008/layout/LinedList"/>
    <dgm:cxn modelId="{A7B78007-8715-4714-93BA-85D7EBE37392}" type="presParOf" srcId="{903B6062-FA23-4A03-B250-B62B810DCE1D}" destId="{36D2194A-9516-4C4B-8CFE-DA321756815C}" srcOrd="5" destOrd="0" presId="urn:microsoft.com/office/officeart/2008/layout/LinedList"/>
    <dgm:cxn modelId="{F8880244-54CE-4B75-B1BF-E6B262212003}" type="presParOf" srcId="{36D2194A-9516-4C4B-8CFE-DA321756815C}" destId="{A1CC9CD5-370F-4F01-8E5D-8EDCD025A655}" srcOrd="0" destOrd="0" presId="urn:microsoft.com/office/officeart/2008/layout/LinedList"/>
    <dgm:cxn modelId="{FCD1AD48-3279-49CC-A327-3CFAC12D1F17}" type="presParOf" srcId="{36D2194A-9516-4C4B-8CFE-DA321756815C}" destId="{AFCA5652-5932-486F-AD34-BFE09FA2ED41}" srcOrd="1" destOrd="0" presId="urn:microsoft.com/office/officeart/2008/layout/LinedList"/>
    <dgm:cxn modelId="{0B774777-21D4-46BA-9D1C-132BB749F4ED}" type="presParOf" srcId="{903B6062-FA23-4A03-B250-B62B810DCE1D}" destId="{46DD6172-3A1A-47E8-8D2F-47DA063F70B9}" srcOrd="6" destOrd="0" presId="urn:microsoft.com/office/officeart/2008/layout/LinedList"/>
    <dgm:cxn modelId="{31418D33-DD2A-48F6-BBE5-F2620176D8B0}" type="presParOf" srcId="{903B6062-FA23-4A03-B250-B62B810DCE1D}" destId="{EAEC9012-B93A-4BBB-8F8B-81E4C3B22140}" srcOrd="7" destOrd="0" presId="urn:microsoft.com/office/officeart/2008/layout/LinedList"/>
    <dgm:cxn modelId="{3C6960C2-3B5B-4865-B154-FA2CA8168050}" type="presParOf" srcId="{EAEC9012-B93A-4BBB-8F8B-81E4C3B22140}" destId="{220B58F3-1F0E-4954-AAF3-8E25C089B5FB}" srcOrd="0" destOrd="0" presId="urn:microsoft.com/office/officeart/2008/layout/LinedList"/>
    <dgm:cxn modelId="{70A605F5-7A9A-478E-9FDE-22BE240DE6E2}" type="presParOf" srcId="{EAEC9012-B93A-4BBB-8F8B-81E4C3B22140}" destId="{45BC38A6-F5FB-45B2-BCA8-90199B1F3349}" srcOrd="1" destOrd="0" presId="urn:microsoft.com/office/officeart/2008/layout/LinedList"/>
    <dgm:cxn modelId="{C1C0B2B7-691B-461F-9979-87CD795E1FE7}" type="presParOf" srcId="{903B6062-FA23-4A03-B250-B62B810DCE1D}" destId="{C5119495-7148-4316-A004-4279F852E232}" srcOrd="8" destOrd="0" presId="urn:microsoft.com/office/officeart/2008/layout/LinedList"/>
    <dgm:cxn modelId="{B5A32ADA-3218-4C55-8DC7-C4CAB00FADB2}" type="presParOf" srcId="{903B6062-FA23-4A03-B250-B62B810DCE1D}" destId="{0DC48BFE-3662-4552-9A4C-C1B51E9091CE}" srcOrd="9" destOrd="0" presId="urn:microsoft.com/office/officeart/2008/layout/LinedList"/>
    <dgm:cxn modelId="{DB1D956B-2249-48CD-8FA3-37BDC113EB7C}" type="presParOf" srcId="{0DC48BFE-3662-4552-9A4C-C1B51E9091CE}" destId="{31C845C1-E213-4A97-B0F5-CAB0792EC8B6}" srcOrd="0" destOrd="0" presId="urn:microsoft.com/office/officeart/2008/layout/LinedList"/>
    <dgm:cxn modelId="{1350F1D4-7995-468E-8790-BB90AF7D6373}" type="presParOf" srcId="{0DC48BFE-3662-4552-9A4C-C1B51E9091CE}" destId="{1B4CCC8F-D9DB-40C4-8860-ABDDC9CDF3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F08E8-CA63-40A8-BDA5-A5A0D5C53DC9}">
      <dsp:nvSpPr>
        <dsp:cNvPr id="0" name=""/>
        <dsp:cNvSpPr/>
      </dsp:nvSpPr>
      <dsp:spPr>
        <a:xfrm>
          <a:off x="0" y="671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2D4E5-5225-427C-A78B-833BE4632589}">
      <dsp:nvSpPr>
        <dsp:cNvPr id="0" name=""/>
        <dsp:cNvSpPr/>
      </dsp:nvSpPr>
      <dsp:spPr>
        <a:xfrm>
          <a:off x="0" y="671"/>
          <a:ext cx="469773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Analyzed key sales patterns across products, customers, pricing levels, and regions.</a:t>
          </a:r>
        </a:p>
      </dsp:txBody>
      <dsp:txXfrm>
        <a:off x="0" y="671"/>
        <a:ext cx="4697730" cy="1100668"/>
      </dsp:txXfrm>
    </dsp:sp>
    <dsp:sp modelId="{FCA093AE-EED6-4BEA-A639-DFAF55EDEC5F}">
      <dsp:nvSpPr>
        <dsp:cNvPr id="0" name=""/>
        <dsp:cNvSpPr/>
      </dsp:nvSpPr>
      <dsp:spPr>
        <a:xfrm>
          <a:off x="0" y="1101340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8E6B6-AAAF-42D9-898F-EFB69DE5DE6D}">
      <dsp:nvSpPr>
        <dsp:cNvPr id="0" name=""/>
        <dsp:cNvSpPr/>
      </dsp:nvSpPr>
      <dsp:spPr>
        <a:xfrm>
          <a:off x="0" y="1101340"/>
          <a:ext cx="469773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Identified top-performing items and customer groups driving major revenue.</a:t>
          </a:r>
        </a:p>
      </dsp:txBody>
      <dsp:txXfrm>
        <a:off x="0" y="1101340"/>
        <a:ext cx="4697730" cy="1100668"/>
      </dsp:txXfrm>
    </dsp:sp>
    <dsp:sp modelId="{4F6C70F8-90B6-4A06-B349-B674BEFFB5AE}">
      <dsp:nvSpPr>
        <dsp:cNvPr id="0" name=""/>
        <dsp:cNvSpPr/>
      </dsp:nvSpPr>
      <dsp:spPr>
        <a:xfrm>
          <a:off x="0" y="2202009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E81F5-281B-4AA0-B407-AD3A46106EB9}">
      <dsp:nvSpPr>
        <dsp:cNvPr id="0" name=""/>
        <dsp:cNvSpPr/>
      </dsp:nvSpPr>
      <dsp:spPr>
        <a:xfrm>
          <a:off x="0" y="2202009"/>
          <a:ext cx="469773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Studied monthly and seasonal trends to understand demand fluctuations.</a:t>
          </a:r>
        </a:p>
      </dsp:txBody>
      <dsp:txXfrm>
        <a:off x="0" y="2202009"/>
        <a:ext cx="4697730" cy="1100668"/>
      </dsp:txXfrm>
    </dsp:sp>
    <dsp:sp modelId="{70547211-9DCE-4AAB-AE18-9375FF9FBE6F}">
      <dsp:nvSpPr>
        <dsp:cNvPr id="0" name=""/>
        <dsp:cNvSpPr/>
      </dsp:nvSpPr>
      <dsp:spPr>
        <a:xfrm>
          <a:off x="0" y="3302678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0B1E0-359D-4C8B-B45B-C6B38C740D86}">
      <dsp:nvSpPr>
        <dsp:cNvPr id="0" name=""/>
        <dsp:cNvSpPr/>
      </dsp:nvSpPr>
      <dsp:spPr>
        <a:xfrm>
          <a:off x="0" y="3302678"/>
          <a:ext cx="469773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Evaluated issues related to product returns and inconsistencies in pricing.</a:t>
          </a:r>
        </a:p>
      </dsp:txBody>
      <dsp:txXfrm>
        <a:off x="0" y="3302678"/>
        <a:ext cx="4697730" cy="1100668"/>
      </dsp:txXfrm>
    </dsp:sp>
    <dsp:sp modelId="{34286369-3E50-465C-B3F3-DE559DABB60E}">
      <dsp:nvSpPr>
        <dsp:cNvPr id="0" name=""/>
        <dsp:cNvSpPr/>
      </dsp:nvSpPr>
      <dsp:spPr>
        <a:xfrm>
          <a:off x="0" y="4403347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69057-EB48-43E8-A53A-AC308A56A331}">
      <dsp:nvSpPr>
        <dsp:cNvPr id="0" name=""/>
        <dsp:cNvSpPr/>
      </dsp:nvSpPr>
      <dsp:spPr>
        <a:xfrm>
          <a:off x="0" y="4403347"/>
          <a:ext cx="469773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Built a unified dashboard to help decision-makers quickly interpret sales performance.</a:t>
          </a:r>
        </a:p>
      </dsp:txBody>
      <dsp:txXfrm>
        <a:off x="0" y="4403347"/>
        <a:ext cx="4697730" cy="11006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2BDF1-2F8E-460C-AF74-3574F810862C}">
      <dsp:nvSpPr>
        <dsp:cNvPr id="0" name=""/>
        <dsp:cNvSpPr/>
      </dsp:nvSpPr>
      <dsp:spPr>
        <a:xfrm>
          <a:off x="25368" y="69481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9CCD6-9D1D-4911-B5B4-CE84159407BF}">
      <dsp:nvSpPr>
        <dsp:cNvPr id="0" name=""/>
        <dsp:cNvSpPr/>
      </dsp:nvSpPr>
      <dsp:spPr>
        <a:xfrm>
          <a:off x="252752" y="296865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DF4D6-1A1E-4AF0-A1EF-06E2952E1B3E}">
      <dsp:nvSpPr>
        <dsp:cNvPr id="0" name=""/>
        <dsp:cNvSpPr/>
      </dsp:nvSpPr>
      <dsp:spPr>
        <a:xfrm>
          <a:off x="1340173" y="69481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The top-selling products show consistently strong demand from customers.</a:t>
          </a:r>
          <a:endParaRPr lang="en-US" sz="1700" kern="1200"/>
        </a:p>
      </dsp:txBody>
      <dsp:txXfrm>
        <a:off x="1340173" y="69481"/>
        <a:ext cx="2552269" cy="1082781"/>
      </dsp:txXfrm>
    </dsp:sp>
    <dsp:sp modelId="{F389FC3D-11EC-4A7E-ABF6-3709DEF2C2B7}">
      <dsp:nvSpPr>
        <dsp:cNvPr id="0" name=""/>
        <dsp:cNvSpPr/>
      </dsp:nvSpPr>
      <dsp:spPr>
        <a:xfrm>
          <a:off x="4337156" y="69481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51B6F-4168-4350-B777-E5072866A644}">
      <dsp:nvSpPr>
        <dsp:cNvPr id="0" name=""/>
        <dsp:cNvSpPr/>
      </dsp:nvSpPr>
      <dsp:spPr>
        <a:xfrm>
          <a:off x="4564540" y="296865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88770-2C46-4F89-9E15-786962C75DD0}">
      <dsp:nvSpPr>
        <dsp:cNvPr id="0" name=""/>
        <dsp:cNvSpPr/>
      </dsp:nvSpPr>
      <dsp:spPr>
        <a:xfrm>
          <a:off x="5651962" y="69481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High order volumes suggest frequent repeat purchases for these items.</a:t>
          </a:r>
          <a:endParaRPr lang="en-US" sz="1700" kern="1200"/>
        </a:p>
      </dsp:txBody>
      <dsp:txXfrm>
        <a:off x="5651962" y="69481"/>
        <a:ext cx="2552269" cy="1082781"/>
      </dsp:txXfrm>
    </dsp:sp>
    <dsp:sp modelId="{316ACCA5-D4A4-40B8-BF62-8EB3A3E1D616}">
      <dsp:nvSpPr>
        <dsp:cNvPr id="0" name=""/>
        <dsp:cNvSpPr/>
      </dsp:nvSpPr>
      <dsp:spPr>
        <a:xfrm>
          <a:off x="25368" y="1624274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C76BA-F4CB-4420-93F5-3158FEA90FF4}">
      <dsp:nvSpPr>
        <dsp:cNvPr id="0" name=""/>
        <dsp:cNvSpPr/>
      </dsp:nvSpPr>
      <dsp:spPr>
        <a:xfrm>
          <a:off x="252752" y="1851658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056E4-B17E-407F-8A2E-0D95666A7855}">
      <dsp:nvSpPr>
        <dsp:cNvPr id="0" name=""/>
        <dsp:cNvSpPr/>
      </dsp:nvSpPr>
      <dsp:spPr>
        <a:xfrm>
          <a:off x="1340173" y="1624274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Revenue contribution from these products highlights their importance in the catalog.</a:t>
          </a:r>
          <a:endParaRPr lang="en-US" sz="1700" kern="1200"/>
        </a:p>
      </dsp:txBody>
      <dsp:txXfrm>
        <a:off x="1340173" y="1624274"/>
        <a:ext cx="2552269" cy="1082781"/>
      </dsp:txXfrm>
    </dsp:sp>
    <dsp:sp modelId="{431CE28F-2946-4BDB-A813-067CC1FAED19}">
      <dsp:nvSpPr>
        <dsp:cNvPr id="0" name=""/>
        <dsp:cNvSpPr/>
      </dsp:nvSpPr>
      <dsp:spPr>
        <a:xfrm>
          <a:off x="4337156" y="1624274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C1984-D252-4A42-BDA0-AA39C9986E6F}">
      <dsp:nvSpPr>
        <dsp:cNvPr id="0" name=""/>
        <dsp:cNvSpPr/>
      </dsp:nvSpPr>
      <dsp:spPr>
        <a:xfrm>
          <a:off x="4564540" y="1851658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D6D63-70A4-472B-962D-11DE4F71946A}">
      <dsp:nvSpPr>
        <dsp:cNvPr id="0" name=""/>
        <dsp:cNvSpPr/>
      </dsp:nvSpPr>
      <dsp:spPr>
        <a:xfrm>
          <a:off x="5651962" y="1624274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The distribution clearly shows a few bestsellers dominating overall sales performance.</a:t>
          </a:r>
          <a:endParaRPr lang="en-US" sz="1700" kern="1200"/>
        </a:p>
      </dsp:txBody>
      <dsp:txXfrm>
        <a:off x="5651962" y="1624274"/>
        <a:ext cx="2552269" cy="108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F3ED3-A88B-46E7-B0F7-C2D22084E9F9}">
      <dsp:nvSpPr>
        <dsp:cNvPr id="0" name=""/>
        <dsp:cNvSpPr/>
      </dsp:nvSpPr>
      <dsp:spPr>
        <a:xfrm>
          <a:off x="0" y="1025"/>
          <a:ext cx="8229600" cy="5195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3E629-1D97-4658-9509-BB15C80C43D7}">
      <dsp:nvSpPr>
        <dsp:cNvPr id="0" name=""/>
        <dsp:cNvSpPr/>
      </dsp:nvSpPr>
      <dsp:spPr>
        <a:xfrm>
          <a:off x="157178" y="117935"/>
          <a:ext cx="285779" cy="2857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BFB0F-ECC3-46F3-862A-2BEFC0E4B2A3}">
      <dsp:nvSpPr>
        <dsp:cNvPr id="0" name=""/>
        <dsp:cNvSpPr/>
      </dsp:nvSpPr>
      <dsp:spPr>
        <a:xfrm>
          <a:off x="600137" y="1025"/>
          <a:ext cx="7629462" cy="519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1" tIns="54991" rIns="54991" bIns="549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90th-percentile threshold is used to classify premium-priced products.</a:t>
          </a:r>
          <a:endParaRPr lang="en-US" sz="1500" kern="1200"/>
        </a:p>
      </dsp:txBody>
      <dsp:txXfrm>
        <a:off x="600137" y="1025"/>
        <a:ext cx="7629462" cy="519599"/>
      </dsp:txXfrm>
    </dsp:sp>
    <dsp:sp modelId="{1DBB5679-3095-4E0E-A8FE-CABB1775DB72}">
      <dsp:nvSpPr>
        <dsp:cNvPr id="0" name=""/>
        <dsp:cNvSpPr/>
      </dsp:nvSpPr>
      <dsp:spPr>
        <a:xfrm>
          <a:off x="0" y="650525"/>
          <a:ext cx="8229600" cy="5195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0110B-B126-40FF-9DA5-772B5F104713}">
      <dsp:nvSpPr>
        <dsp:cNvPr id="0" name=""/>
        <dsp:cNvSpPr/>
      </dsp:nvSpPr>
      <dsp:spPr>
        <a:xfrm>
          <a:off x="157178" y="767435"/>
          <a:ext cx="285779" cy="2857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7AD92-5C79-453D-B29F-5CDF97C3950E}">
      <dsp:nvSpPr>
        <dsp:cNvPr id="0" name=""/>
        <dsp:cNvSpPr/>
      </dsp:nvSpPr>
      <dsp:spPr>
        <a:xfrm>
          <a:off x="600137" y="650525"/>
          <a:ext cx="7629462" cy="519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1" tIns="54991" rIns="54991" bIns="549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Only about </a:t>
          </a:r>
          <a:r>
            <a:rPr lang="en-US" sz="1500" b="1" i="0" kern="1200" baseline="0"/>
            <a:t>10% of items</a:t>
          </a:r>
          <a:r>
            <a:rPr lang="en-US" sz="1500" b="0" i="0" kern="1200" baseline="0"/>
            <a:t> fall under the high-priced segment.</a:t>
          </a:r>
          <a:endParaRPr lang="en-US" sz="1500" kern="1200"/>
        </a:p>
      </dsp:txBody>
      <dsp:txXfrm>
        <a:off x="600137" y="650525"/>
        <a:ext cx="7629462" cy="519599"/>
      </dsp:txXfrm>
    </dsp:sp>
    <dsp:sp modelId="{449876EC-8F2D-456E-90E2-64E3B117513E}">
      <dsp:nvSpPr>
        <dsp:cNvPr id="0" name=""/>
        <dsp:cNvSpPr/>
      </dsp:nvSpPr>
      <dsp:spPr>
        <a:xfrm>
          <a:off x="0" y="1300024"/>
          <a:ext cx="8229600" cy="5195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35F52-4D26-4AE5-AF1D-7F02185A0C4E}">
      <dsp:nvSpPr>
        <dsp:cNvPr id="0" name=""/>
        <dsp:cNvSpPr/>
      </dsp:nvSpPr>
      <dsp:spPr>
        <a:xfrm>
          <a:off x="157178" y="1416934"/>
          <a:ext cx="285779" cy="2857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ED6FC-E021-4C8F-AC3E-333E5C2CD16E}">
      <dsp:nvSpPr>
        <dsp:cNvPr id="0" name=""/>
        <dsp:cNvSpPr/>
      </dsp:nvSpPr>
      <dsp:spPr>
        <a:xfrm>
          <a:off x="600137" y="1300024"/>
          <a:ext cx="7629462" cy="519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1" tIns="54991" rIns="54991" bIns="549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These premium products contribute significantly to total revenue despite their smaller count.</a:t>
          </a:r>
          <a:endParaRPr lang="en-US" sz="1500" kern="1200"/>
        </a:p>
      </dsp:txBody>
      <dsp:txXfrm>
        <a:off x="600137" y="1300024"/>
        <a:ext cx="7629462" cy="519599"/>
      </dsp:txXfrm>
    </dsp:sp>
    <dsp:sp modelId="{7B0A104F-6C72-4B29-8807-D92847E01695}">
      <dsp:nvSpPr>
        <dsp:cNvPr id="0" name=""/>
        <dsp:cNvSpPr/>
      </dsp:nvSpPr>
      <dsp:spPr>
        <a:xfrm>
          <a:off x="0" y="1949524"/>
          <a:ext cx="8229600" cy="5195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00282-D05E-489A-8CE0-566BE5AA43D5}">
      <dsp:nvSpPr>
        <dsp:cNvPr id="0" name=""/>
        <dsp:cNvSpPr/>
      </dsp:nvSpPr>
      <dsp:spPr>
        <a:xfrm>
          <a:off x="157178" y="2066434"/>
          <a:ext cx="285779" cy="2857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16E7B-0D53-42D0-B25B-DD0BAC896504}">
      <dsp:nvSpPr>
        <dsp:cNvPr id="0" name=""/>
        <dsp:cNvSpPr/>
      </dsp:nvSpPr>
      <dsp:spPr>
        <a:xfrm>
          <a:off x="600137" y="1949524"/>
          <a:ext cx="7629462" cy="519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91" tIns="54991" rIns="54991" bIns="549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 presence of high-value items indicates potential appeal to a more upscale customer base.</a:t>
          </a:r>
          <a:endParaRPr lang="en-US" sz="1500" kern="1200"/>
        </a:p>
      </dsp:txBody>
      <dsp:txXfrm>
        <a:off x="600137" y="1949524"/>
        <a:ext cx="7629462" cy="5195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03ACB-E98F-4EBF-8C7A-FF824FE5B352}">
      <dsp:nvSpPr>
        <dsp:cNvPr id="0" name=""/>
        <dsp:cNvSpPr/>
      </dsp:nvSpPr>
      <dsp:spPr>
        <a:xfrm>
          <a:off x="0" y="2280"/>
          <a:ext cx="8229600" cy="4995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4A38E-5A44-4481-9727-DF324C539C88}">
      <dsp:nvSpPr>
        <dsp:cNvPr id="0" name=""/>
        <dsp:cNvSpPr/>
      </dsp:nvSpPr>
      <dsp:spPr>
        <a:xfrm>
          <a:off x="151113" y="114678"/>
          <a:ext cx="275019" cy="274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D47CC-6171-4D14-A0F6-BDBA916B0B7B}">
      <dsp:nvSpPr>
        <dsp:cNvPr id="0" name=""/>
        <dsp:cNvSpPr/>
      </dsp:nvSpPr>
      <dsp:spPr>
        <a:xfrm>
          <a:off x="577245" y="2280"/>
          <a:ext cx="7634870" cy="53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173" tIns="56173" rIns="56173" bIns="561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 significant portion of revenue is concentrated among the top 10 customers, indicating a heavy reliance on a small group of high-value buyers.</a:t>
          </a:r>
          <a:endParaRPr lang="en-US" sz="1400" kern="1200"/>
        </a:p>
      </dsp:txBody>
      <dsp:txXfrm>
        <a:off x="577245" y="2280"/>
        <a:ext cx="7634870" cy="530768"/>
      </dsp:txXfrm>
    </dsp:sp>
    <dsp:sp modelId="{AE5BD977-E7AB-4FCB-83DD-9755F4D4765E}">
      <dsp:nvSpPr>
        <dsp:cNvPr id="0" name=""/>
        <dsp:cNvSpPr/>
      </dsp:nvSpPr>
      <dsp:spPr>
        <a:xfrm>
          <a:off x="0" y="665741"/>
          <a:ext cx="8229600" cy="4995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35715-C368-45EC-BE8D-DD1A47D78B3C}">
      <dsp:nvSpPr>
        <dsp:cNvPr id="0" name=""/>
        <dsp:cNvSpPr/>
      </dsp:nvSpPr>
      <dsp:spPr>
        <a:xfrm>
          <a:off x="151113" y="778139"/>
          <a:ext cx="275019" cy="274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0F12C-AE4B-4815-9F1E-D053113EA607}">
      <dsp:nvSpPr>
        <dsp:cNvPr id="0" name=""/>
        <dsp:cNvSpPr/>
      </dsp:nvSpPr>
      <dsp:spPr>
        <a:xfrm>
          <a:off x="577245" y="665741"/>
          <a:ext cx="7634870" cy="53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173" tIns="56173" rIns="56173" bIns="561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These customers exhibit consistently high order frequency or large purchase volumes, positioning them as key accounts.</a:t>
          </a:r>
          <a:endParaRPr lang="en-US" sz="1400" kern="1200"/>
        </a:p>
      </dsp:txBody>
      <dsp:txXfrm>
        <a:off x="577245" y="665741"/>
        <a:ext cx="7634870" cy="530768"/>
      </dsp:txXfrm>
    </dsp:sp>
    <dsp:sp modelId="{DE59F84A-E0CB-4EB6-B0A6-4F5EE6EA3AD5}">
      <dsp:nvSpPr>
        <dsp:cNvPr id="0" name=""/>
        <dsp:cNvSpPr/>
      </dsp:nvSpPr>
      <dsp:spPr>
        <a:xfrm>
          <a:off x="0" y="1329202"/>
          <a:ext cx="8229600" cy="4995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AB7BC-CB30-4E0D-BB33-B874E6708486}">
      <dsp:nvSpPr>
        <dsp:cNvPr id="0" name=""/>
        <dsp:cNvSpPr/>
      </dsp:nvSpPr>
      <dsp:spPr>
        <a:xfrm>
          <a:off x="151113" y="1441600"/>
          <a:ext cx="275019" cy="274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B7343-8596-497A-A7CE-9CAFA0B97BD0}">
      <dsp:nvSpPr>
        <dsp:cNvPr id="0" name=""/>
        <dsp:cNvSpPr/>
      </dsp:nvSpPr>
      <dsp:spPr>
        <a:xfrm>
          <a:off x="577245" y="1329202"/>
          <a:ext cx="7634870" cy="53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173" tIns="56173" rIns="56173" bIns="561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The sharp spending drop after the top three customers highlights a long-tail distribution, where many smaller buyers contribute marginally.</a:t>
          </a:r>
          <a:endParaRPr lang="en-US" sz="1400" kern="1200"/>
        </a:p>
      </dsp:txBody>
      <dsp:txXfrm>
        <a:off x="577245" y="1329202"/>
        <a:ext cx="7634870" cy="530768"/>
      </dsp:txXfrm>
    </dsp:sp>
    <dsp:sp modelId="{BD29305B-310C-45FC-9D2B-95BC39292006}">
      <dsp:nvSpPr>
        <dsp:cNvPr id="0" name=""/>
        <dsp:cNvSpPr/>
      </dsp:nvSpPr>
      <dsp:spPr>
        <a:xfrm>
          <a:off x="0" y="1992663"/>
          <a:ext cx="8229600" cy="4995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56C88-79D9-4422-ACEE-6D99D2B567B2}">
      <dsp:nvSpPr>
        <dsp:cNvPr id="0" name=""/>
        <dsp:cNvSpPr/>
      </dsp:nvSpPr>
      <dsp:spPr>
        <a:xfrm>
          <a:off x="151113" y="2105061"/>
          <a:ext cx="275019" cy="2747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07B7F-0D5E-4E7C-BC91-09ECA3DE7EFA}">
      <dsp:nvSpPr>
        <dsp:cNvPr id="0" name=""/>
        <dsp:cNvSpPr/>
      </dsp:nvSpPr>
      <dsp:spPr>
        <a:xfrm>
          <a:off x="577245" y="1992663"/>
          <a:ext cx="7634870" cy="530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173" tIns="56173" rIns="56173" bIns="5617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Retention efforts such as loyalty programs, exclusive discounts, or personalized communication could further strengthen this high-value group.</a:t>
          </a:r>
          <a:endParaRPr lang="en-US" sz="1400" kern="1200"/>
        </a:p>
      </dsp:txBody>
      <dsp:txXfrm>
        <a:off x="577245" y="1992663"/>
        <a:ext cx="7634870" cy="5307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77693-3A37-41ED-BAA0-9F9E09A7142E}">
      <dsp:nvSpPr>
        <dsp:cNvPr id="0" name=""/>
        <dsp:cNvSpPr/>
      </dsp:nvSpPr>
      <dsp:spPr>
        <a:xfrm>
          <a:off x="0" y="0"/>
          <a:ext cx="6949440" cy="52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November’s sharp sales spike indicates a strong festive season boost, likely tied to year-end shopping trends.</a:t>
          </a:r>
          <a:endParaRPr lang="en-US" sz="1300" kern="1200"/>
        </a:p>
      </dsp:txBody>
      <dsp:txXfrm>
        <a:off x="15293" y="15293"/>
        <a:ext cx="6341901" cy="491542"/>
      </dsp:txXfrm>
    </dsp:sp>
    <dsp:sp modelId="{81C57CFD-FA6E-47D6-AFB8-1F675B37992B}">
      <dsp:nvSpPr>
        <dsp:cNvPr id="0" name=""/>
        <dsp:cNvSpPr/>
      </dsp:nvSpPr>
      <dsp:spPr>
        <a:xfrm>
          <a:off x="582015" y="617061"/>
          <a:ext cx="6949440" cy="52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The February dip points to post-holiday slowdown, a common pattern across retail industries.</a:t>
          </a:r>
          <a:endParaRPr lang="en-US" sz="1300" kern="1200"/>
        </a:p>
      </dsp:txBody>
      <dsp:txXfrm>
        <a:off x="597308" y="632354"/>
        <a:ext cx="5997454" cy="491542"/>
      </dsp:txXfrm>
    </dsp:sp>
    <dsp:sp modelId="{811EC7E2-E598-4418-8858-18CD34DA3727}">
      <dsp:nvSpPr>
        <dsp:cNvPr id="0" name=""/>
        <dsp:cNvSpPr/>
      </dsp:nvSpPr>
      <dsp:spPr>
        <a:xfrm>
          <a:off x="1155344" y="1234122"/>
          <a:ext cx="6949440" cy="52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Mid-year months show stable and predictable demand, providing a reliable baseline for operational planning.</a:t>
          </a:r>
          <a:endParaRPr lang="en-US" sz="1300" kern="1200"/>
        </a:p>
      </dsp:txBody>
      <dsp:txXfrm>
        <a:off x="1170637" y="1249415"/>
        <a:ext cx="6006141" cy="491542"/>
      </dsp:txXfrm>
    </dsp:sp>
    <dsp:sp modelId="{A94934F7-1A86-4834-9A40-FC6C02EA0D28}">
      <dsp:nvSpPr>
        <dsp:cNvPr id="0" name=""/>
        <dsp:cNvSpPr/>
      </dsp:nvSpPr>
      <dsp:spPr>
        <a:xfrm>
          <a:off x="1737359" y="1851183"/>
          <a:ext cx="6949440" cy="52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The overall upward movement across months reflects business expansion and growing customer engagement over time.</a:t>
          </a:r>
          <a:endParaRPr lang="en-US" sz="1300" kern="1200"/>
        </a:p>
      </dsp:txBody>
      <dsp:txXfrm>
        <a:off x="1752652" y="1866476"/>
        <a:ext cx="5997454" cy="491542"/>
      </dsp:txXfrm>
    </dsp:sp>
    <dsp:sp modelId="{7C5C4E92-3426-4E98-BCCD-CD8BF8559BAE}">
      <dsp:nvSpPr>
        <dsp:cNvPr id="0" name=""/>
        <dsp:cNvSpPr/>
      </dsp:nvSpPr>
      <dsp:spPr>
        <a:xfrm>
          <a:off x="6610056" y="399903"/>
          <a:ext cx="339383" cy="33938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686417" y="399903"/>
        <a:ext cx="186661" cy="255386"/>
      </dsp:txXfrm>
    </dsp:sp>
    <dsp:sp modelId="{14AA6AED-C94D-4B71-9F5D-100F3172CEC2}">
      <dsp:nvSpPr>
        <dsp:cNvPr id="0" name=""/>
        <dsp:cNvSpPr/>
      </dsp:nvSpPr>
      <dsp:spPr>
        <a:xfrm>
          <a:off x="7192071" y="1016964"/>
          <a:ext cx="339383" cy="33938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268432" y="1016964"/>
        <a:ext cx="186661" cy="255386"/>
      </dsp:txXfrm>
    </dsp:sp>
    <dsp:sp modelId="{55C71E6B-73A9-4454-B096-F6D01413058D}">
      <dsp:nvSpPr>
        <dsp:cNvPr id="0" name=""/>
        <dsp:cNvSpPr/>
      </dsp:nvSpPr>
      <dsp:spPr>
        <a:xfrm>
          <a:off x="7765400" y="1634025"/>
          <a:ext cx="339383" cy="33938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841761" y="1634025"/>
        <a:ext cx="186661" cy="2553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65051-047A-4698-9A89-E37BDCD5988F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537C1-F332-4BCA-A59B-E7DF86C165A8}">
      <dsp:nvSpPr>
        <dsp:cNvPr id="0" name=""/>
        <dsp:cNvSpPr/>
      </dsp:nvSpPr>
      <dsp:spPr>
        <a:xfrm>
          <a:off x="0" y="0"/>
          <a:ext cx="8229600" cy="64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UK clearly dominates sales activity, showing deep market penetration and strong brand presence in the region.</a:t>
          </a:r>
          <a:endParaRPr lang="en-US" sz="1800" kern="1200"/>
        </a:p>
      </dsp:txBody>
      <dsp:txXfrm>
        <a:off x="0" y="0"/>
        <a:ext cx="8229600" cy="644922"/>
      </dsp:txXfrm>
    </dsp:sp>
    <dsp:sp modelId="{2CCFF954-6A33-4852-828F-E245F999C09A}">
      <dsp:nvSpPr>
        <dsp:cNvPr id="0" name=""/>
        <dsp:cNvSpPr/>
      </dsp:nvSpPr>
      <dsp:spPr>
        <a:xfrm>
          <a:off x="0" y="64492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F7EA5-B031-4F61-84B5-A6406AB44063}">
      <dsp:nvSpPr>
        <dsp:cNvPr id="0" name=""/>
        <dsp:cNvSpPr/>
      </dsp:nvSpPr>
      <dsp:spPr>
        <a:xfrm>
          <a:off x="0" y="644922"/>
          <a:ext cx="8229600" cy="64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Other countries show much lower transaction volumes, highlighting untapped or under-served markets.</a:t>
          </a:r>
          <a:endParaRPr lang="en-US" sz="1800" kern="1200"/>
        </a:p>
      </dsp:txBody>
      <dsp:txXfrm>
        <a:off x="0" y="644922"/>
        <a:ext cx="8229600" cy="644922"/>
      </dsp:txXfrm>
    </dsp:sp>
    <dsp:sp modelId="{B19D78CC-B36B-4B8B-8790-3797369B66FB}">
      <dsp:nvSpPr>
        <dsp:cNvPr id="0" name=""/>
        <dsp:cNvSpPr/>
      </dsp:nvSpPr>
      <dsp:spPr>
        <a:xfrm>
          <a:off x="0" y="128984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573A0-F37C-4B9F-BA6F-521A79FCE155}">
      <dsp:nvSpPr>
        <dsp:cNvPr id="0" name=""/>
        <dsp:cNvSpPr/>
      </dsp:nvSpPr>
      <dsp:spPr>
        <a:xfrm>
          <a:off x="0" y="1289844"/>
          <a:ext cx="8229600" cy="64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This imbalance indicates both a risk (dependency on one market) and an opportunity (scope for global expansion).</a:t>
          </a:r>
          <a:endParaRPr lang="en-US" sz="1800" kern="1200" dirty="0"/>
        </a:p>
      </dsp:txBody>
      <dsp:txXfrm>
        <a:off x="0" y="1289844"/>
        <a:ext cx="8229600" cy="644922"/>
      </dsp:txXfrm>
    </dsp:sp>
    <dsp:sp modelId="{D9EA9E4D-282F-48E4-BFC3-479286C93A7D}">
      <dsp:nvSpPr>
        <dsp:cNvPr id="0" name=""/>
        <dsp:cNvSpPr/>
      </dsp:nvSpPr>
      <dsp:spPr>
        <a:xfrm>
          <a:off x="0" y="193476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77263-57A9-4448-870B-1AE792F115EA}">
      <dsp:nvSpPr>
        <dsp:cNvPr id="0" name=""/>
        <dsp:cNvSpPr/>
      </dsp:nvSpPr>
      <dsp:spPr>
        <a:xfrm>
          <a:off x="0" y="1934766"/>
          <a:ext cx="8229600" cy="64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Strengthening marketing, product distribution, or partnerships in countries like Germany or France could diversify revenue streams.</a:t>
          </a:r>
          <a:endParaRPr lang="en-US" sz="1800" kern="1200"/>
        </a:p>
      </dsp:txBody>
      <dsp:txXfrm>
        <a:off x="0" y="1934766"/>
        <a:ext cx="8229600" cy="6449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7A2DD-999A-4BD8-BBF6-FD49F7D1CEC6}">
      <dsp:nvSpPr>
        <dsp:cNvPr id="0" name=""/>
        <dsp:cNvSpPr/>
      </dsp:nvSpPr>
      <dsp:spPr>
        <a:xfrm>
          <a:off x="0" y="1119"/>
          <a:ext cx="8229600" cy="567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781C4-963B-447E-BF8B-53191CCCB5E2}">
      <dsp:nvSpPr>
        <dsp:cNvPr id="0" name=""/>
        <dsp:cNvSpPr/>
      </dsp:nvSpPr>
      <dsp:spPr>
        <a:xfrm>
          <a:off x="171624" y="128773"/>
          <a:ext cx="312043" cy="3120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633C6-2069-48F9-B811-4B430BAC6102}">
      <dsp:nvSpPr>
        <dsp:cNvPr id="0" name=""/>
        <dsp:cNvSpPr/>
      </dsp:nvSpPr>
      <dsp:spPr>
        <a:xfrm>
          <a:off x="655292" y="1119"/>
          <a:ext cx="7574307" cy="567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45" tIns="60045" rIns="60045" bIns="600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Exceptionally high return rates (100–700%) point to severe product issues — these may include incorrect listings, product mismatches, wrong shipments, or poor quality.</a:t>
          </a:r>
        </a:p>
      </dsp:txBody>
      <dsp:txXfrm>
        <a:off x="655292" y="1119"/>
        <a:ext cx="7574307" cy="567352"/>
      </dsp:txXfrm>
    </dsp:sp>
    <dsp:sp modelId="{D08BAADE-DC7A-4511-BC0D-210B03F8F948}">
      <dsp:nvSpPr>
        <dsp:cNvPr id="0" name=""/>
        <dsp:cNvSpPr/>
      </dsp:nvSpPr>
      <dsp:spPr>
        <a:xfrm>
          <a:off x="0" y="710309"/>
          <a:ext cx="8229600" cy="567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C94CB-24F7-4FA8-81BA-7D34350351EE}">
      <dsp:nvSpPr>
        <dsp:cNvPr id="0" name=""/>
        <dsp:cNvSpPr/>
      </dsp:nvSpPr>
      <dsp:spPr>
        <a:xfrm>
          <a:off x="171624" y="837964"/>
          <a:ext cx="312043" cy="3120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C443E-309A-4ED4-9EFE-36C3AD87628F}">
      <dsp:nvSpPr>
        <dsp:cNvPr id="0" name=""/>
        <dsp:cNvSpPr/>
      </dsp:nvSpPr>
      <dsp:spPr>
        <a:xfrm>
          <a:off x="655292" y="710309"/>
          <a:ext cx="7574307" cy="567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45" tIns="60045" rIns="60045" bIns="600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High-return items not only reduce profitability but also impact customer trust and operational efficiency.</a:t>
          </a:r>
        </a:p>
      </dsp:txBody>
      <dsp:txXfrm>
        <a:off x="655292" y="710309"/>
        <a:ext cx="7574307" cy="567352"/>
      </dsp:txXfrm>
    </dsp:sp>
    <dsp:sp modelId="{0A64B282-881C-4BAF-9AB6-2B7CB14C959A}">
      <dsp:nvSpPr>
        <dsp:cNvPr id="0" name=""/>
        <dsp:cNvSpPr/>
      </dsp:nvSpPr>
      <dsp:spPr>
        <a:xfrm>
          <a:off x="0" y="1419500"/>
          <a:ext cx="8229600" cy="567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BB239-BA07-489D-A3B0-0E1D08729082}">
      <dsp:nvSpPr>
        <dsp:cNvPr id="0" name=""/>
        <dsp:cNvSpPr/>
      </dsp:nvSpPr>
      <dsp:spPr>
        <a:xfrm>
          <a:off x="171624" y="1547154"/>
          <a:ext cx="312043" cy="3120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3EEFF-2B57-4B92-946D-4EAD9FD5C035}">
      <dsp:nvSpPr>
        <dsp:cNvPr id="0" name=""/>
        <dsp:cNvSpPr/>
      </dsp:nvSpPr>
      <dsp:spPr>
        <a:xfrm>
          <a:off x="655292" y="1419500"/>
          <a:ext cx="7574307" cy="567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45" tIns="60045" rIns="60045" bIns="600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cluster of SKUs with consistently high returns suggests systemic issues rather than isolated events.</a:t>
          </a:r>
        </a:p>
      </dsp:txBody>
      <dsp:txXfrm>
        <a:off x="655292" y="1419500"/>
        <a:ext cx="7574307" cy="567352"/>
      </dsp:txXfrm>
    </dsp:sp>
    <dsp:sp modelId="{34F410C0-E0FC-4368-ABEF-120C8CD6348D}">
      <dsp:nvSpPr>
        <dsp:cNvPr id="0" name=""/>
        <dsp:cNvSpPr/>
      </dsp:nvSpPr>
      <dsp:spPr>
        <a:xfrm>
          <a:off x="0" y="2128691"/>
          <a:ext cx="8229600" cy="567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E4D33-96A5-48BD-A89C-2DB37F03636D}">
      <dsp:nvSpPr>
        <dsp:cNvPr id="0" name=""/>
        <dsp:cNvSpPr/>
      </dsp:nvSpPr>
      <dsp:spPr>
        <a:xfrm>
          <a:off x="171624" y="2256345"/>
          <a:ext cx="312043" cy="3120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85FD7F-8F58-43B9-A057-05F2413B3BB1}">
      <dsp:nvSpPr>
        <dsp:cNvPr id="0" name=""/>
        <dsp:cNvSpPr/>
      </dsp:nvSpPr>
      <dsp:spPr>
        <a:xfrm>
          <a:off x="655292" y="2128691"/>
          <a:ext cx="7574307" cy="567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45" tIns="60045" rIns="60045" bIns="600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Immediate corrective action is needed,  reviewing product descriptions, supplier consistency, logistics handling, and order accuracy.</a:t>
          </a:r>
        </a:p>
      </dsp:txBody>
      <dsp:txXfrm>
        <a:off x="655292" y="2128691"/>
        <a:ext cx="7574307" cy="5673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084AB-5888-4CE9-A2F0-001F603116AB}">
      <dsp:nvSpPr>
        <dsp:cNvPr id="0" name=""/>
        <dsp:cNvSpPr/>
      </dsp:nvSpPr>
      <dsp:spPr>
        <a:xfrm>
          <a:off x="0" y="2349"/>
          <a:ext cx="8229600" cy="530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A9294-2E16-482B-B199-15B98D6AE653}">
      <dsp:nvSpPr>
        <dsp:cNvPr id="0" name=""/>
        <dsp:cNvSpPr/>
      </dsp:nvSpPr>
      <dsp:spPr>
        <a:xfrm>
          <a:off x="160389" y="121647"/>
          <a:ext cx="291902" cy="291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1F109-B58B-43F5-A51C-617A8B3DE212}">
      <dsp:nvSpPr>
        <dsp:cNvPr id="0" name=""/>
        <dsp:cNvSpPr/>
      </dsp:nvSpPr>
      <dsp:spPr>
        <a:xfrm>
          <a:off x="612680" y="2349"/>
          <a:ext cx="7607483" cy="54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68" tIns="57868" rIns="57868" bIns="57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The majority of revenue is driven by a small group of high-tier customers, confirming a top-heavy revenue structure.</a:t>
          </a:r>
          <a:endParaRPr lang="en-US" sz="1400" kern="1200" dirty="0"/>
        </a:p>
      </dsp:txBody>
      <dsp:txXfrm>
        <a:off x="612680" y="2349"/>
        <a:ext cx="7607483" cy="546781"/>
      </dsp:txXfrm>
    </dsp:sp>
    <dsp:sp modelId="{E998AC4A-DCBA-4D8E-9729-E3C4ED9EE418}">
      <dsp:nvSpPr>
        <dsp:cNvPr id="0" name=""/>
        <dsp:cNvSpPr/>
      </dsp:nvSpPr>
      <dsp:spPr>
        <a:xfrm>
          <a:off x="0" y="685826"/>
          <a:ext cx="8229600" cy="530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A98ED-4713-4C5D-95E9-7B9771468986}">
      <dsp:nvSpPr>
        <dsp:cNvPr id="0" name=""/>
        <dsp:cNvSpPr/>
      </dsp:nvSpPr>
      <dsp:spPr>
        <a:xfrm>
          <a:off x="160389" y="805124"/>
          <a:ext cx="291902" cy="291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1A34C-6EF0-4AD5-8E92-CCC535C373B2}">
      <dsp:nvSpPr>
        <dsp:cNvPr id="0" name=""/>
        <dsp:cNvSpPr/>
      </dsp:nvSpPr>
      <dsp:spPr>
        <a:xfrm>
          <a:off x="612680" y="685826"/>
          <a:ext cx="7607483" cy="54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68" tIns="57868" rIns="57868" bIns="57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Medium-tier customers show considerable potential — with targeted engagement, they could transition into high-value buyers.</a:t>
          </a:r>
          <a:endParaRPr lang="en-US" sz="1400" kern="1200" dirty="0"/>
        </a:p>
      </dsp:txBody>
      <dsp:txXfrm>
        <a:off x="612680" y="685826"/>
        <a:ext cx="7607483" cy="546781"/>
      </dsp:txXfrm>
    </dsp:sp>
    <dsp:sp modelId="{DFE7C6B7-D312-4184-AB5C-959D749B88F2}">
      <dsp:nvSpPr>
        <dsp:cNvPr id="0" name=""/>
        <dsp:cNvSpPr/>
      </dsp:nvSpPr>
      <dsp:spPr>
        <a:xfrm>
          <a:off x="0" y="1369304"/>
          <a:ext cx="8229600" cy="530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7C790-9F5B-48A5-89AD-08BB01459E73}">
      <dsp:nvSpPr>
        <dsp:cNvPr id="0" name=""/>
        <dsp:cNvSpPr/>
      </dsp:nvSpPr>
      <dsp:spPr>
        <a:xfrm>
          <a:off x="160389" y="1488602"/>
          <a:ext cx="291902" cy="2916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9D9FE-94B2-472C-8466-83F5325AE174}">
      <dsp:nvSpPr>
        <dsp:cNvPr id="0" name=""/>
        <dsp:cNvSpPr/>
      </dsp:nvSpPr>
      <dsp:spPr>
        <a:xfrm>
          <a:off x="612680" y="1369304"/>
          <a:ext cx="7607483" cy="54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68" tIns="57868" rIns="57868" bIns="57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Lower-tier customers represent a large customer base but minimal contribution, indicating the need for broader marketing strategies or bundle offers.</a:t>
          </a:r>
          <a:endParaRPr lang="en-US" sz="1400" kern="1200"/>
        </a:p>
      </dsp:txBody>
      <dsp:txXfrm>
        <a:off x="612680" y="1369304"/>
        <a:ext cx="7607483" cy="546781"/>
      </dsp:txXfrm>
    </dsp:sp>
    <dsp:sp modelId="{A5328F52-6683-4695-9D5C-4ABB46173D85}">
      <dsp:nvSpPr>
        <dsp:cNvPr id="0" name=""/>
        <dsp:cNvSpPr/>
      </dsp:nvSpPr>
      <dsp:spPr>
        <a:xfrm>
          <a:off x="0" y="2052781"/>
          <a:ext cx="8229600" cy="5302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F217E-126A-4B61-A9A4-39F1718BF99C}">
      <dsp:nvSpPr>
        <dsp:cNvPr id="0" name=""/>
        <dsp:cNvSpPr/>
      </dsp:nvSpPr>
      <dsp:spPr>
        <a:xfrm>
          <a:off x="160389" y="2172079"/>
          <a:ext cx="291902" cy="2916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25136-7445-4A7B-9E21-D0AF20FE0451}">
      <dsp:nvSpPr>
        <dsp:cNvPr id="0" name=""/>
        <dsp:cNvSpPr/>
      </dsp:nvSpPr>
      <dsp:spPr>
        <a:xfrm>
          <a:off x="612680" y="2052781"/>
          <a:ext cx="7607483" cy="54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68" tIns="57868" rIns="57868" bIns="57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Segmentation helps the business prioritize efforts: retention for high-tier, nurturing for medium-tier, and acquisition strategies for the broader market.</a:t>
          </a:r>
          <a:endParaRPr lang="en-US" sz="1400" kern="1200"/>
        </a:p>
      </dsp:txBody>
      <dsp:txXfrm>
        <a:off x="612680" y="2052781"/>
        <a:ext cx="7607483" cy="5467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378E8-3A2A-4F35-9F3A-8BCDE2016B93}">
      <dsp:nvSpPr>
        <dsp:cNvPr id="0" name=""/>
        <dsp:cNvSpPr/>
      </dsp:nvSpPr>
      <dsp:spPr>
        <a:xfrm>
          <a:off x="0" y="31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4FB97-D729-4689-A242-BCE229B4336F}">
      <dsp:nvSpPr>
        <dsp:cNvPr id="0" name=""/>
        <dsp:cNvSpPr/>
      </dsp:nvSpPr>
      <dsp:spPr>
        <a:xfrm>
          <a:off x="0" y="315"/>
          <a:ext cx="8229600" cy="516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Sales, product performance, customer behaviour, and geographic trends are aligned, offering a cohesive view of how the business operates.</a:t>
          </a:r>
          <a:endParaRPr lang="en-US" sz="1400" kern="1200"/>
        </a:p>
      </dsp:txBody>
      <dsp:txXfrm>
        <a:off x="0" y="315"/>
        <a:ext cx="8229600" cy="516446"/>
      </dsp:txXfrm>
    </dsp:sp>
    <dsp:sp modelId="{2E4330FC-52F4-4035-BCC6-0C6AC8FFAB13}">
      <dsp:nvSpPr>
        <dsp:cNvPr id="0" name=""/>
        <dsp:cNvSpPr/>
      </dsp:nvSpPr>
      <dsp:spPr>
        <a:xfrm>
          <a:off x="0" y="51676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27843-3452-43D3-8FBB-CFF84B10607C}">
      <dsp:nvSpPr>
        <dsp:cNvPr id="0" name=""/>
        <dsp:cNvSpPr/>
      </dsp:nvSpPr>
      <dsp:spPr>
        <a:xfrm>
          <a:off x="0" y="516761"/>
          <a:ext cx="8229600" cy="516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Seasonal spikes and dips reveal predictable cycles that can guide inventory planning and promotional strategies.</a:t>
          </a:r>
          <a:endParaRPr lang="en-US" sz="1400" kern="1200"/>
        </a:p>
      </dsp:txBody>
      <dsp:txXfrm>
        <a:off x="0" y="516761"/>
        <a:ext cx="8229600" cy="516446"/>
      </dsp:txXfrm>
    </dsp:sp>
    <dsp:sp modelId="{5FD47D81-8595-4837-8582-F79A5A0DD2D5}">
      <dsp:nvSpPr>
        <dsp:cNvPr id="0" name=""/>
        <dsp:cNvSpPr/>
      </dsp:nvSpPr>
      <dsp:spPr>
        <a:xfrm>
          <a:off x="0" y="103320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C9CD5-370F-4F01-8E5D-8EDCD025A655}">
      <dsp:nvSpPr>
        <dsp:cNvPr id="0" name=""/>
        <dsp:cNvSpPr/>
      </dsp:nvSpPr>
      <dsp:spPr>
        <a:xfrm>
          <a:off x="0" y="1033208"/>
          <a:ext cx="8229600" cy="516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High-value customers continue to be the backbone of revenue, highlighting the importance of relationship management and retention.</a:t>
          </a:r>
          <a:endParaRPr lang="en-US" sz="1400" kern="1200"/>
        </a:p>
      </dsp:txBody>
      <dsp:txXfrm>
        <a:off x="0" y="1033208"/>
        <a:ext cx="8229600" cy="516446"/>
      </dsp:txXfrm>
    </dsp:sp>
    <dsp:sp modelId="{46DD6172-3A1A-47E8-8D2F-47DA063F70B9}">
      <dsp:nvSpPr>
        <dsp:cNvPr id="0" name=""/>
        <dsp:cNvSpPr/>
      </dsp:nvSpPr>
      <dsp:spPr>
        <a:xfrm>
          <a:off x="0" y="154965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B58F3-1F0E-4954-AAF3-8E25C089B5FB}">
      <dsp:nvSpPr>
        <dsp:cNvPr id="0" name=""/>
        <dsp:cNvSpPr/>
      </dsp:nvSpPr>
      <dsp:spPr>
        <a:xfrm>
          <a:off x="0" y="1549654"/>
          <a:ext cx="8229600" cy="516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High return rates and over-reliance on UK transactions are critical red flags that require organizational attention.</a:t>
          </a:r>
          <a:endParaRPr lang="en-US" sz="1400" kern="1200"/>
        </a:p>
      </dsp:txBody>
      <dsp:txXfrm>
        <a:off x="0" y="1549654"/>
        <a:ext cx="8229600" cy="516446"/>
      </dsp:txXfrm>
    </dsp:sp>
    <dsp:sp modelId="{C5119495-7148-4316-A004-4279F852E232}">
      <dsp:nvSpPr>
        <dsp:cNvPr id="0" name=""/>
        <dsp:cNvSpPr/>
      </dsp:nvSpPr>
      <dsp:spPr>
        <a:xfrm>
          <a:off x="0" y="206610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845C1-E213-4A97-B0F5-CAB0792EC8B6}">
      <dsp:nvSpPr>
        <dsp:cNvPr id="0" name=""/>
        <dsp:cNvSpPr/>
      </dsp:nvSpPr>
      <dsp:spPr>
        <a:xfrm>
          <a:off x="0" y="2066101"/>
          <a:ext cx="8229600" cy="516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The dashboard provides a consolidated view that supports data-driven decision-making across departments.</a:t>
          </a:r>
          <a:endParaRPr lang="en-US" sz="1400" kern="1200"/>
        </a:p>
      </dsp:txBody>
      <dsp:txXfrm>
        <a:off x="0" y="2066101"/>
        <a:ext cx="8229600" cy="516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kvNYRAHqR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IN" sz="6300"/>
              <a:t>Retail Sales Analysis – 2010–2011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Complete Project Presentation</a:t>
            </a:r>
          </a:p>
          <a:p>
            <a:pPr>
              <a:lnSpc>
                <a:spcPct val="90000"/>
              </a:lnSpc>
            </a:pPr>
            <a:r>
              <a:rPr lang="en-US" sz="1800"/>
              <a:t>Prepared by: Muneeza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IN" sz="4500"/>
              <a:t>Project Overview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91A1C86-BF54-60A1-D833-9789C6301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76709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3514"/>
          </a:xfrm>
        </p:spPr>
        <p:txBody>
          <a:bodyPr/>
          <a:lstStyle/>
          <a:p>
            <a:r>
              <a:rPr dirty="0"/>
              <a:t>Sales Performance – Top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069F3-E811-DDB7-1FDB-12E0EC896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5" y="903514"/>
            <a:ext cx="5769429" cy="2883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384C4B83-6B50-11F8-6E16-EFADAE0A9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713178"/>
              </p:ext>
            </p:extLst>
          </p:nvPr>
        </p:nvGraphicFramePr>
        <p:xfrm>
          <a:off x="457200" y="3960813"/>
          <a:ext cx="8229600" cy="2776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028" y="0"/>
            <a:ext cx="8860971" cy="1186543"/>
          </a:xfrm>
        </p:spPr>
        <p:txBody>
          <a:bodyPr>
            <a:normAutofit fontScale="90000"/>
          </a:bodyPr>
          <a:lstStyle/>
          <a:p>
            <a:r>
              <a:rPr dirty="0"/>
              <a:t>Pricing Analysis – High-Priced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ACBA1F-03BB-62A6-E399-C0A5EC5B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99" y="1067670"/>
            <a:ext cx="4931228" cy="27867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1F83CB48-2412-CF2D-44D2-B8B106A9D1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973513"/>
          <a:ext cx="8229600" cy="247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45029"/>
          </a:xfrm>
        </p:spPr>
        <p:txBody>
          <a:bodyPr/>
          <a:lstStyle/>
          <a:p>
            <a:r>
              <a:rPr dirty="0"/>
              <a:t>Customer Analysis – Top Spenders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6A286-F849-34AB-F35E-C943698A8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528" y="1045029"/>
            <a:ext cx="5148943" cy="29401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0AFE17C-2DD9-F97A-3A37-C330AA2DB3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4513" y="4092575"/>
          <a:ext cx="8229600" cy="252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30629"/>
            <a:ext cx="9144000" cy="1143000"/>
          </a:xfrm>
        </p:spPr>
        <p:txBody>
          <a:bodyPr>
            <a:noAutofit/>
          </a:bodyPr>
          <a:lstStyle/>
          <a:p>
            <a:r>
              <a:rPr sz="3600" dirty="0"/>
              <a:t>Temporal Sales Trend – Monthly</a:t>
            </a:r>
            <a:r>
              <a:rPr lang="en-US" sz="3600" dirty="0"/>
              <a:t> </a:t>
            </a:r>
            <a:r>
              <a:rPr sz="3600" dirty="0"/>
              <a:t>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07FA3-3ECA-238B-5C57-F2A74D53D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1" y="1081605"/>
            <a:ext cx="5214257" cy="3163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E8A61630-8B43-80C1-3B41-EF283644E9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7025" y="4354513"/>
          <a:ext cx="8686800" cy="2373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86" y="97971"/>
            <a:ext cx="8523514" cy="903515"/>
          </a:xfrm>
        </p:spPr>
        <p:txBody>
          <a:bodyPr>
            <a:normAutofit fontScale="90000"/>
          </a:bodyPr>
          <a:lstStyle/>
          <a:p>
            <a:r>
              <a:rPr dirty="0"/>
              <a:t>Geographical Insights – Top Countries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89891-C25E-48AD-B76F-6A0593C9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9" y="1076815"/>
            <a:ext cx="5388428" cy="27976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D9229DB1-14ED-29A1-7D3C-73AC88999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225893"/>
              </p:ext>
            </p:extLst>
          </p:nvPr>
        </p:nvGraphicFramePr>
        <p:xfrm>
          <a:off x="457200" y="4169228"/>
          <a:ext cx="8229600" cy="2579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Product Return Rate – Key Issues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256460D-F68F-AC6B-E6C4-B9143EE5A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240377"/>
              </p:ext>
            </p:extLst>
          </p:nvPr>
        </p:nvGraphicFramePr>
        <p:xfrm>
          <a:off x="457200" y="4016828"/>
          <a:ext cx="8229600" cy="2697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6C238C4-3600-9349-784D-D5D395D21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4372" y="1039804"/>
            <a:ext cx="5595256" cy="2830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6009"/>
            <a:ext cx="9144000" cy="1020762"/>
          </a:xfrm>
        </p:spPr>
        <p:txBody>
          <a:bodyPr>
            <a:normAutofit/>
          </a:bodyPr>
          <a:lstStyle/>
          <a:p>
            <a:r>
              <a:rPr sz="3600" dirty="0"/>
              <a:t>Customer Segmentation – High, Medium, 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8C7A8-0B4F-64C9-4091-315F25DC5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24" y="1099021"/>
            <a:ext cx="5188951" cy="27758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63443E57-8716-4807-EFBC-BE7FAE1B00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981450"/>
          <a:ext cx="8229600" cy="2601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739"/>
            <a:ext cx="8229600" cy="841149"/>
          </a:xfrm>
        </p:spPr>
        <p:txBody>
          <a:bodyPr/>
          <a:lstStyle/>
          <a:p>
            <a:r>
              <a:rPr dirty="0"/>
              <a:t>Overall Dashboard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F880F-9CE2-DDB0-B4D0-C13F486F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42" y="833410"/>
            <a:ext cx="6855915" cy="3091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8D91068D-C072-543F-F7B7-3C52A4BD50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4114800"/>
          <a:ext cx="8229600" cy="2582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B7470-4F0D-B7ED-B50A-902404175F82}"/>
              </a:ext>
            </a:extLst>
          </p:cNvPr>
          <p:cNvSpPr txBox="1"/>
          <p:nvPr/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&amp; Recommendations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92799-4FF6-2514-7ECC-C093A11B8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45" y="2395728"/>
            <a:ext cx="7817235" cy="38679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+mj-lt"/>
              <a:buAutoNum type="alphaUcPeriod"/>
            </a:pPr>
            <a:r>
              <a:rPr lang="en-US" dirty="0"/>
              <a:t>The UK is currently the strongest revenue generator, with premium and top-selling items contributing major value.</a:t>
            </a: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+mj-lt"/>
              <a:buAutoNum type="alphaUcPeriod"/>
            </a:pPr>
            <a:r>
              <a:rPr lang="en-US" dirty="0"/>
              <a:t>Sales trends show clear seasonality, especially a strong November peak and February slump.</a:t>
            </a: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+mj-lt"/>
              <a:buAutoNum type="alphaUcPeriod"/>
            </a:pPr>
            <a:r>
              <a:rPr lang="en-US" dirty="0"/>
              <a:t>Revenue concentration among high-value customers presents both strength and vulnerability.</a:t>
            </a: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+mj-lt"/>
              <a:buAutoNum type="alphaUcPeriod"/>
            </a:pPr>
            <a:r>
              <a:rPr lang="en-US" dirty="0"/>
              <a:t>High product return rates highlight operational inefficiencies that could significantly impact customer satisfaction and profitability.</a:t>
            </a:r>
            <a:br>
              <a:rPr lang="en-US" dirty="0"/>
            </a:b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Prioritize high-value customer retention, address product return issues urgently through supplier and listing audits, and explore expanding into underperforming markets to reduce dependency on the UK.</a:t>
            </a:r>
          </a:p>
          <a:p>
            <a:pPr marL="114300" marR="0" lvl="0" indent="-3429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02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End of Project – YouTube Explanation Link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100" dirty="0"/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2100" dirty="0"/>
              <a:t>• Complete walkthrough of dashboard and insights.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2100" dirty="0"/>
              <a:t>• Step-by-step explanation of each analysis sheet.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2100" dirty="0"/>
              <a:t>• Visual demonstration of key charts and KPIs.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🎬 Watch Full Explanation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Click here to open video 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2100" dirty="0"/>
              <a:t>      </a:t>
            </a:r>
            <a:r>
              <a:rPr lang="en-US" sz="2100" dirty="0">
                <a:hlinkClick r:id="rId2"/>
              </a:rPr>
              <a:t>https://youtu.be/skvNYRAHqRc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828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Retail Sales Analysis – 2010–2011</vt:lpstr>
      <vt:lpstr>Project Overview</vt:lpstr>
      <vt:lpstr>Sales Performance – Top Products</vt:lpstr>
      <vt:lpstr>Pricing Analysis – High-Priced Products</vt:lpstr>
      <vt:lpstr>Customer Analysis – Top Spenders</vt:lpstr>
      <vt:lpstr>Temporal Sales Trend – Monthly Performance</vt:lpstr>
      <vt:lpstr>Geographical Insights – Top Countries</vt:lpstr>
      <vt:lpstr>Product Return Rate – Key Issues</vt:lpstr>
      <vt:lpstr>Customer Segmentation – High, Medium, Low</vt:lpstr>
      <vt:lpstr>Overall Dashboard Insights</vt:lpstr>
      <vt:lpstr>PowerPoint Presentation</vt:lpstr>
      <vt:lpstr>End of Project – YouTube Explanation Link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Muneeza Ali</cp:lastModifiedBy>
  <cp:revision>7</cp:revision>
  <dcterms:created xsi:type="dcterms:W3CDTF">2013-01-27T09:14:16Z</dcterms:created>
  <dcterms:modified xsi:type="dcterms:W3CDTF">2025-12-20T09:44:42Z</dcterms:modified>
  <cp:category/>
</cp:coreProperties>
</file>